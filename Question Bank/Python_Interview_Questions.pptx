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818CF8">
              <a:alpha val="15000"/>
            </a:srgbClr>
          </a:solidFill>
          <a:ln w="12700">
            <a:solidFill>
              <a:srgbClr val="818CF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274320"/>
            <a:ext cx="1371600" cy="1371600"/>
          </a:xfrm>
          <a:prstGeom prst="ellipse">
            <a:avLst/>
          </a:prstGeom>
          <a:solidFill>
            <a:srgbClr val="34D399">
              <a:alpha val="20000"/>
            </a:srgbClr>
          </a:solidFill>
          <a:ln w="12700">
            <a:solidFill>
              <a:srgbClr val="34D399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88720"/>
            <a:ext cx="502920" cy="5029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26060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0058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Internal Architecture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Preparation: PVM • Bytecode • GIL • Memory Management • Threading • Execution Lifecycle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546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74520" y="315468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31546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08960" y="315468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31546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43400" y="315468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31546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77840" y="315468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31546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Mgmt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12280" y="315468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31546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46720" y="315468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31546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Questions  |  Python Internals Deep Dive  |  Interview Preparation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Python?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73152" cy="41605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a high-level, interpreted, dynamically typed, and object-oriented programming language.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Easy syntax and high readability — ideal for beginners and experts alike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Platform independent — runs on Windows, Mac, Linux without modification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Supports multiple paradigms: OOP, Functional, and Procedural programming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Massive standard library + rich ecosystem of third-party packages (PyPI)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Widely used in AI/ML, Web Dev, Automation, Data Science, and Scripting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'Interpreted'?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Python source code is not compiled to machine code directly — it's compiled to bytecode, which is then interpreted by the Python Virtual Machine (PVM)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Python is both compiled (to bytecode) and interpreted (by PVM).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PVM (Python Virtual Machine)?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73152" cy="41605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PVM stands for Python Virtual Machine — the runtime engine that executes Python bytecode.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Responsibilities: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Executes Python bytecode (.pyc files) line by line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Converts bytecode into actual machine-level operations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Manages the complete runtime execution environment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Handles memory allocation and deallocation during execution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PVM vs JVM: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JVM (Java) executes .class files (Java bytecode)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PVM executes Python bytecode (.pyc files stored in __pycache__)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Both abstract the underlying hardware and 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PVM is not a separate program — it's part of the Python interpreter (e.g., CPython).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 Execution Lifecycle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41248"/>
            <a:ext cx="475488" cy="493776"/>
          </a:xfrm>
          <a:prstGeom prst="rect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88696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(.py) — Human-readable Python script written by the developer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399032"/>
            <a:ext cx="85953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399032"/>
            <a:ext cx="475488" cy="493776"/>
          </a:xfrm>
          <a:prstGeom prst="rect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818CF8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399032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144475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 — Tokenizer breaks source into tokens (keywords, identifiers, operators)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1956816"/>
            <a:ext cx="85953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956816"/>
            <a:ext cx="475488" cy="493776"/>
          </a:xfrm>
          <a:prstGeom prst="rect">
            <a:avLst/>
          </a:prstGeom>
          <a:solidFill>
            <a:srgbClr val="34D399">
              <a:alpha val="70000"/>
            </a:srgbClr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56816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20025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— Parser builds Abstract Syntax Tree (AST) from tokens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85953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514600"/>
            <a:ext cx="475488" cy="493776"/>
          </a:xfrm>
          <a:prstGeom prst="rect">
            <a:avLst/>
          </a:prstGeom>
          <a:solidFill>
            <a:srgbClr val="FB923C">
              <a:alpha val="70000"/>
            </a:srgbClr>
          </a:solidFill>
          <a:ln w="12700">
            <a:solidFill>
              <a:srgbClr val="FB923C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514600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256032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— AST is compiled into bytecode instructions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072384"/>
            <a:ext cx="85953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072384"/>
            <a:ext cx="475488" cy="493776"/>
          </a:xfrm>
          <a:prstGeom prst="rect">
            <a:avLst/>
          </a:prstGeom>
          <a:solidFill>
            <a:srgbClr val="F472B6">
              <a:alpha val="70000"/>
            </a:srgbClr>
          </a:solidFill>
          <a:ln w="12700">
            <a:solidFill>
              <a:srgbClr val="F472B6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072384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" y="311810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 Generation (.pyc) — Bytecode cached in __pycache__ folder for reuse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3630168"/>
            <a:ext cx="85953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630168"/>
            <a:ext cx="475488" cy="493776"/>
          </a:xfrm>
          <a:prstGeom prst="rect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630168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" y="367588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PVM Execution — Python Virtual Machine reads and executes bytecode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" y="4187952"/>
            <a:ext cx="85953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187952"/>
            <a:ext cx="475488" cy="493776"/>
          </a:xfrm>
          <a:prstGeom prst="rect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818CF8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187952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1248" y="423367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Machine-Level Execution — CPU executes the final native instructions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solidFill>
            <a:srgbClr val="34D399">
              <a:alpha val="12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79145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Python is both compiled (to bytecode) and interpreted (bytecode via PVM).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Bytecode?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73152" cy="41605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 is intermediate, platform-independent code generated after Python source compilation.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NOT machine code — it's an abstraction executed by the PVM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Stored in .pyc files inside the __pycache__ folder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Enables faster loading on subsequent runs (no re-compilation needed)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Platform-independent — same bytecode works on any OS with Python installed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inspect bytecode: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dis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greet(): return 'hello'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dis.dis(greet)  # shows bytecode instructions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The 'dis' module lets you disassemble Python functions to see their bytecode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B923C">
              <a:alpha val="12000"/>
            </a:srgbClr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Bytecode files (.pyc) are version-specific — Python 3.10 bytecode won't run on Python 3.8.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of Python Architecture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6517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04672"/>
            <a:ext cx="265176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99032" y="1005840"/>
            <a:ext cx="493776" cy="493776"/>
          </a:xfrm>
          <a:prstGeom prst="ellipse">
            <a:avLst/>
          </a:prstGeom>
          <a:solidFill>
            <a:srgbClr val="38BDF8">
              <a:alpha val="6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99032" y="1005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15819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(.py)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9293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Human-written Python scripts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804672"/>
            <a:ext cx="26517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804672"/>
            <a:ext cx="2651760" cy="7315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33672" y="1005840"/>
            <a:ext cx="493776" cy="493776"/>
          </a:xfrm>
          <a:prstGeom prst="ellipse">
            <a:avLst/>
          </a:prstGeom>
          <a:solidFill>
            <a:srgbClr val="818CF8">
              <a:alpha val="6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33672" y="1005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46120" y="15819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19293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source to bytecode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804672"/>
            <a:ext cx="26517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804672"/>
            <a:ext cx="265176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68312" y="1005840"/>
            <a:ext cx="493776" cy="493776"/>
          </a:xfrm>
          <a:prstGeom prst="ellipse">
            <a:avLst/>
          </a:prstGeom>
          <a:solidFill>
            <a:srgbClr val="34D399">
              <a:alpha val="6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68312" y="1005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80760" y="15819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 (.pyc)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80760" y="19293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code in __pycache__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496312"/>
            <a:ext cx="26517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496312"/>
            <a:ext cx="2651760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99032" y="2697480"/>
            <a:ext cx="493776" cy="493776"/>
          </a:xfrm>
          <a:prstGeom prst="ellipse">
            <a:avLst/>
          </a:prstGeom>
          <a:solidFill>
            <a:srgbClr val="FB923C">
              <a:alpha val="6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99032" y="26974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1480" y="32735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36210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bytecode instructions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54680" y="2496312"/>
            <a:ext cx="26517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54680" y="2496312"/>
            <a:ext cx="2651760" cy="731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33672" y="2697480"/>
            <a:ext cx="493776" cy="493776"/>
          </a:xfrm>
          <a:prstGeom prst="ellipse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33672" y="26974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246120" y="32735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46120" y="36210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heap/stack allocation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89320" y="2496312"/>
            <a:ext cx="26517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89320" y="2496312"/>
            <a:ext cx="265176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68312" y="2697480"/>
            <a:ext cx="493776" cy="493776"/>
          </a:xfrm>
          <a:prstGeom prst="ellipse">
            <a:avLst/>
          </a:prstGeom>
          <a:solidFill>
            <a:srgbClr val="38BDF8">
              <a:alpha val="6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68312" y="26974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080760" y="32735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Collector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80760" y="36210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unused object memory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Dynamic Typing?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73152" cy="41605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dynamically typed — variable types are resolved at runtime, not at compile time.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No need to declare the type of a variable explicitly (unlike Java/C++)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Python infers type from the assigned value at runtime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The same variable can hold values of different types during execution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        # x is int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'Hello'   # now x is str — perfectly valid!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[1,2,3]   # now x is list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— Static typing (Java):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10;   // x can ONLY hold int values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34D399">
              <a:alpha val="12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Dynamic typing gives flexibility but can cause runtime TypeErrors if not handled carefully.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GIL (Global Interpreter Lock)?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73152" cy="41605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 = Global Interpreter Lock — a mutex in CPython that allows only ONE thread to execute Python bytecode at a time.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Protects CPython's internal memory management (reference counting)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Prevents race conditions within the interpreter itself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Simplifies implementation of thread-safe C extensions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Prevents memory corruption from concurrent thread access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Makes single-threaded programs faster (no locking overhead)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Limits true parallelism for CPU-bound multithreaded programs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Multiple threads cannot run Python code simultaneously on multiple CPU cores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B923C">
              <a:alpha val="12000"/>
            </a:srgbClr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GIL is specific to CPython. PyPy, Jython, IronPython do NOT have a GIL.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GIL introduced?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73152" cy="41605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GIL was introduced to solve the problem of thread-safe memory management in CPython.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— Reference Counting: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CPython tracks object lifetimes using reference counts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If two threads modify the same reference count simultaneously → race condition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Race conditions could corrupt memory or cause premature object deletion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GIL: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Each object access would need its own fine-grained lock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Risk of deadlocks and massive performance overhead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Much harder to write C extensions safely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Solutions: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Use multiprocessing (bypasses GIL via separate processes)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Python 3.13+ is experimenting with a free-threaded (no-GIL) mode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472B6">
              <a:alpha val="12000"/>
            </a:srgbClr>
          </a:solidFill>
          <a:ln w="12700">
            <a:solidFill>
              <a:srgbClr val="F472B6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GIL is a design trade-off: simpler memory management at the cost of multi-core CPU parallelism.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Multithreading vs Multiprocessing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4160520" cy="384048"/>
          </a:xfrm>
          <a:prstGeom prst="rect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955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34440"/>
            <a:ext cx="38862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multiple threads in SAME process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space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— low overhead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by GIL (no true CPU parallelism)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I/O-bound tasks (file ops, network)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threading module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6052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777240"/>
            <a:ext cx="4160520" cy="384048"/>
          </a:xfrm>
          <a:prstGeom prst="rect">
            <a:avLst/>
          </a:prstGeom>
          <a:solidFill>
            <a:srgbClr val="34D399">
              <a:alpha val="70000"/>
            </a:srgbClr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7955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234440"/>
            <a:ext cx="39776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multiple separate processes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has its OWN memory space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— higher memory usage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parallelism — bypasses GIL completely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CPU-bound tasks (computations)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multiprocessing module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4645152"/>
            <a:ext cx="859536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Rule of thumb: Use threads for I/O-bound tasks, processes for CPU-bound tasks.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 in Python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73152" cy="41605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uses automatic memory management — the developer rarely needs to manually allocate or free memory.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Zones: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Heap Memory — stores all Python objects and data structures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Stack Memory — stores function call frames and local variable references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Private Heap — exclusively managed by Python's memory manager (not OS heap)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Techniques: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Reference Counting — primary mechanism, tracks how many references point to each object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Garbage Collector — handles cyclic references that ref counting cannot free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Memory Pools — Python's allocator uses pools to reduce OS-level malloc calls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module: gc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gc; gc.collect()  # manually trigger GC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Python's memory manager sits between your code and the OS, managing its own private heap.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Reference Counting?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73152" cy="41605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Counting is Python's primary garbage collection mechanism — every object tracks how many references point to it.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Each Python object has an internal counter: ob_refcnt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Counter increments when a new reference is created (assignment, passing to function)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Counter decrements when a reference is deleted or goes out of scope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When counter reaches ZERO → object memory is immediately freed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[]      # ref count = 1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       # ref count = 2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print(sys.getrefcount(a))  # shows count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Cannot handle cyclic references (A → B → A) — requires cyclic GC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Reference counting provides immediate deterministic memory deallocation.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Garbage Collection?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73152" cy="41605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Garbage Collector (GC) automatically reclaims memory occupied by unused objects.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GC in Python: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Layer 1: Reference Counting — immediate deallocation when refcount = 0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Layer 2: Cyclic GC — detects and breaks reference cycles (e.g., A → B → A)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GC Generations: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Generation 0 — new objects (collected most frequently)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Generation 1 — survived one GC pass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Generation 2 — long-lived objects (collected rarely)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module usage: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gc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gc.disable()    # disable automatic GC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gc.collect()    # manual collection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gc.get_count()  # see generation counts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34D399">
              <a:alpha val="12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cyclic GC is triggered periodically based on allocation thresholds, not continuously.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vs Immutable Objects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4160520" cy="384048"/>
          </a:xfrm>
          <a:prstGeom prst="rect">
            <a:avLst/>
          </a:prstGeom>
          <a:solidFill>
            <a:srgbClr val="FB923C">
              <a:alpha val="70000"/>
            </a:srgbClr>
          </a:solidFill>
          <a:ln w="12700">
            <a:solidFill>
              <a:srgbClr val="FB923C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955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Objects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34440"/>
            <a:ext cx="38862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changed after creation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 →  x = 5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 →  x = 3.14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 →  s = 'hello'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 →  t = (1, 2, 3)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frozenset, bytes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for use as dict keys / set members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6052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777240"/>
            <a:ext cx="4160520" cy="384048"/>
          </a:xfrm>
          <a:prstGeom prst="rect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818CF8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7955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Objects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234440"/>
            <a:ext cx="39776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changed after creation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 →  [1, 2, 3]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 →  {'a': 1}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 →  {1, 2, 3}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bytearray, user-defined objects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by reference — changes visible everywhere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default mutable arguments in functions!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4645152"/>
            <a:ext cx="859536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Immutable objects can be shared safely; mutable objects can cause unexpected side effects if shared.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Namespace?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73152" cy="41605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Namespace is a container (dictionary) that maps identifier names to their corresponding objects.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Namespaces: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Local Namespace — created for each function call, destroyed when function returns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Enclosing Namespace — outer function's scope (for nested functions)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Global Namespace — module-level variables, exists throughout module lifetime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Built-in Namespace — Python's built-in names (print, len, range, etc.)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Note: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Each module has its own global namespace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Namespaces prevent name collisions between different modules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builtins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print(dir(builtins))  # see all built-in names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472B6">
              <a:alpha val="12000"/>
            </a:srgbClr>
          </a:solidFill>
          <a:ln w="12700">
            <a:solidFill>
              <a:srgbClr val="F472B6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Namespaces are implemented as Python dictionaries internally.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LEGB Rule — Variable Lookup Order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41248"/>
            <a:ext cx="475488" cy="493776"/>
          </a:xfrm>
          <a:prstGeom prst="rect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88696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Local: Variables defined inside the current function (innermost scope, searched first)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399032"/>
            <a:ext cx="85953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399032"/>
            <a:ext cx="475488" cy="493776"/>
          </a:xfrm>
          <a:prstGeom prst="rect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818CF8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399032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144475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Enclosing: Variables in enclosing (outer) function scopes for nested functions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1956816"/>
            <a:ext cx="85953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956816"/>
            <a:ext cx="475488" cy="493776"/>
          </a:xfrm>
          <a:prstGeom prst="rect">
            <a:avLst/>
          </a:prstGeom>
          <a:solidFill>
            <a:srgbClr val="34D399">
              <a:alpha val="70000"/>
            </a:srgbClr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56816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20025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— Global: Module-level variables, declared with 'global' keyword to modify from function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85953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514600"/>
            <a:ext cx="475488" cy="493776"/>
          </a:xfrm>
          <a:prstGeom prst="rect">
            <a:avLst/>
          </a:prstGeom>
          <a:solidFill>
            <a:srgbClr val="FB923C">
              <a:alpha val="70000"/>
            </a:srgbClr>
          </a:solidFill>
          <a:ln w="12700">
            <a:solidFill>
              <a:srgbClr val="FB923C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514600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256032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Built-in: Python's built-in namespace — len, print, range, type, etc. (searched last)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118104"/>
            <a:ext cx="8595360" cy="320040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181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Python searches in L→E→G→B order. First match wins. NameError if not found anywhere.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vs Package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4160520" cy="384048"/>
          </a:xfrm>
          <a:prstGeom prst="rect">
            <a:avLst/>
          </a:prstGeom>
          <a:solidFill>
            <a:srgbClr val="34D399">
              <a:alpha val="70000"/>
            </a:srgbClr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955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34440"/>
            <a:ext cx="38862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.py file with Python code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functions, classes, variables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math.py, os.py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using: import math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global namespace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run directly as a script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6052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777240"/>
            <a:ext cx="4160520" cy="384048"/>
          </a:xfrm>
          <a:prstGeom prst="rect">
            <a:avLst/>
          </a:prstGeom>
          <a:solidFill>
            <a:srgbClr val="FB923C">
              <a:alpha val="70000"/>
            </a:srgbClr>
          </a:solidFill>
          <a:ln w="12700">
            <a:solidFill>
              <a:srgbClr val="FB923C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7955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234440"/>
            <a:ext cx="39776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directory containing multiple modules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contain __init__.py (marks it as a package)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contain sub-packages (nested directories)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numpy, django, flask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Imported: import numpy or from numpy import array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organize large codebases into logical units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4645152"/>
            <a:ext cx="859536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Python 3.3+ supports 'Namespace packages' — packages without __init__.py (PEP 420).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Import Works Internally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41248"/>
            <a:ext cx="475488" cy="493776"/>
          </a:xfrm>
          <a:prstGeom prst="rect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88696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sys.modules cache — if already imported, return cached module object immediately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399032"/>
            <a:ext cx="85953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399032"/>
            <a:ext cx="475488" cy="493776"/>
          </a:xfrm>
          <a:prstGeom prst="rect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818CF8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399032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144475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built-in modules — check if it's a C-extension built into the interpreter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1956816"/>
            <a:ext cx="85953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956816"/>
            <a:ext cx="475488" cy="493776"/>
          </a:xfrm>
          <a:prstGeom prst="rect">
            <a:avLst/>
          </a:prstGeom>
          <a:solidFill>
            <a:srgbClr val="34D399">
              <a:alpha val="70000"/>
            </a:srgbClr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56816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20025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current directory — look for matching .py file in the script's folder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85953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514600"/>
            <a:ext cx="475488" cy="493776"/>
          </a:xfrm>
          <a:prstGeom prst="rect">
            <a:avLst/>
          </a:prstGeom>
          <a:solidFill>
            <a:srgbClr val="FB923C">
              <a:alpha val="70000"/>
            </a:srgbClr>
          </a:solidFill>
          <a:ln w="12700">
            <a:solidFill>
              <a:srgbClr val="FB923C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514600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256032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PYTHONPATH — check all directories in the PYTHONPATH environment variable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072384"/>
            <a:ext cx="85953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072384"/>
            <a:ext cx="475488" cy="493776"/>
          </a:xfrm>
          <a:prstGeom prst="rect">
            <a:avLst/>
          </a:prstGeom>
          <a:solidFill>
            <a:srgbClr val="F472B6">
              <a:alpha val="70000"/>
            </a:srgbClr>
          </a:solidFill>
          <a:ln w="12700">
            <a:solidFill>
              <a:srgbClr val="F472B6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072384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" y="311810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site-packages — check installed third-party packages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3630168"/>
            <a:ext cx="85953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630168"/>
            <a:ext cx="475488" cy="493776"/>
          </a:xfrm>
          <a:prstGeom prst="rect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630168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" y="367588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if needed — compile .py to .pyc bytecode (if .pyc is missing or stale)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" y="4187952"/>
            <a:ext cx="85953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187952"/>
            <a:ext cx="475488" cy="493776"/>
          </a:xfrm>
          <a:prstGeom prst="rect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818CF8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187952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1248" y="423367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module object — execute module code, add to sys.modules, return to caller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79145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Every import starts with a sys.modules lookup — that's why re-importing is instant.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sys.modules?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73152" cy="41605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sys.modules is a dictionary that serves as the module cache — it stores all currently imported modules.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Benefits: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Prevents duplicate module loading — each module loaded only once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Makes subsequent imports instantaneous (dictionary lookup vs file I/O)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Maintains module identity — same module object used everywhere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Inspecting sys.modules: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print('os' in sys.modules)    # True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print(sys.modules['os'])       # &lt;module 'os'&gt;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use: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You can delete a module from sys.modules to force a fresh reload on next import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importlib.reload() also bypasses the cache for hot-reloading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34D399">
              <a:alpha val="12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sys.modules is the key to Python's import system efficiency.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 vs Iterable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4160520" cy="384048"/>
          </a:xfrm>
          <a:prstGeom prst="rect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955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34440"/>
            <a:ext cx="38862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object that CAN be iterated over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__iter__() method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__iter__() returns an iterator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list, tuple, str, dict, set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iterated multiple times (creates new iterator each time)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x in [1,2,3]  ← list is iterable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6052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777240"/>
            <a:ext cx="4160520" cy="384048"/>
          </a:xfrm>
          <a:prstGeom prst="rect">
            <a:avLst/>
          </a:prstGeom>
          <a:solidFill>
            <a:srgbClr val="F472B6">
              <a:alpha val="70000"/>
            </a:srgbClr>
          </a:solidFill>
          <a:ln w="12700">
            <a:solidFill>
              <a:srgbClr val="F472B6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7955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234440"/>
            <a:ext cx="39776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that produces values one at a time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BOTH __iter__() and __next__()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__next__() raises StopIteration when exhausted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its own state (current position)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only be iterated once (no reset)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iter([1,2,3])  ← creates iterator from list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4645152"/>
            <a:ext cx="859536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All iterators are iterables, but not all iterables are iterators.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Generator?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73152" cy="41605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Generator is a special function that uses the 'yield' keyword to produce values lazily, one at a time.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When called, returns a generator object (doesn't execute immediately)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Each next() call resumes execution until the next 'yield' statement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Function state (local variables, position) is preserved between yields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count_up(n):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range(n): yield i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 = count_up(5)  # returns generator object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print(next(gen))   # 0, 1, 2 ... on each call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Memory efficient — values generated on demand, not stored in memory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Lazy evaluation — ideal for large datasets or infinite sequences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B923C">
              <a:alpha val="12000"/>
            </a:srgbClr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Generator expressions: (x*x for x in range(1000)) — like list comprehensions but lazy.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CPython?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73152" cy="41605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is the default and most widely used implementation of Python, written in the C programming language.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the default: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Serves as the reference implementation — defines Python's behavior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Best C extension support (NumPy, TensorFlow etc. rely on it)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Contains the GIL as a design choice for simplicity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Python Implementations: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Jython — Python on the JVM (Java Virtual Machine), runs Java libraries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IronPython — Python for .NET/CLR, integrates with C# libraries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PyPy — JIT-compiled Python, significantly faster than CPython for long-running code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MicroPython — lightweight Python for microcontrollers and embedded systems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python --version tells you which version; python -c 'import platform; print(platform.python_implementation())' tells you the implementation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472B6">
              <a:alpha val="12000"/>
            </a:srgbClr>
          </a:solidFill>
          <a:ln w="12700">
            <a:solidFill>
              <a:srgbClr val="F472B6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PyPy can be 10-100x faster than CPython for CPU-intensive tasks thanks to JIT compilation.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Thread Lifecycle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41248"/>
            <a:ext cx="475488" cy="493776"/>
          </a:xfrm>
          <a:prstGeom prst="rect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88696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Thread object created via threading.Thread(target=func), not yet started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399032"/>
            <a:ext cx="85953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399032"/>
            <a:ext cx="475488" cy="493776"/>
          </a:xfrm>
          <a:prstGeom prst="rect">
            <a:avLst/>
          </a:prstGeom>
          <a:solidFill>
            <a:srgbClr val="818CF8">
              <a:alpha val="70000"/>
            </a:srgbClr>
          </a:solidFill>
          <a:ln w="12700">
            <a:solidFill>
              <a:srgbClr val="818CF8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399032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144475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— Thread.start() called; thread is ready and waiting for CPU scheduling by 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1956816"/>
            <a:ext cx="85953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956816"/>
            <a:ext cx="475488" cy="493776"/>
          </a:xfrm>
          <a:prstGeom prst="rect">
            <a:avLst/>
          </a:prstGeom>
          <a:solidFill>
            <a:srgbClr val="34D399">
              <a:alpha val="70000"/>
            </a:srgbClr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56816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20025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— OS scheduler picks the thread; Python acquires GIL and executes bytecode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85953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514600"/>
            <a:ext cx="475488" cy="493776"/>
          </a:xfrm>
          <a:prstGeom prst="rect">
            <a:avLst/>
          </a:prstGeom>
          <a:solidFill>
            <a:srgbClr val="FB923C">
              <a:alpha val="70000"/>
            </a:srgbClr>
          </a:solidFill>
          <a:ln w="12700">
            <a:solidFill>
              <a:srgbClr val="FB923C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514600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256032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Waiting/Sleeping — Thread calls sleep(), wait(), or is blocked on I/O; GIL released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072384"/>
            <a:ext cx="859536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072384"/>
            <a:ext cx="475488" cy="493776"/>
          </a:xfrm>
          <a:prstGeom prst="rect">
            <a:avLst/>
          </a:prstGeom>
          <a:solidFill>
            <a:srgbClr val="F472B6">
              <a:alpha val="70000"/>
            </a:srgbClr>
          </a:solidFill>
          <a:ln w="12700">
            <a:solidFill>
              <a:srgbClr val="F472B6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072384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" y="311810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 — Thread completes its function or raises an unhandled exception; resources freed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3675888"/>
            <a:ext cx="8595360" cy="320040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675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GIL is automatically released during I/O waits, allowing other threads to run.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in Python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73152" cy="41605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ensures that multiple threads access shared resources safely, avoiding race conditions.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 Synchronization Mechanisms: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Lock — basic mutex, only one thread can acquire at a time; others block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RLock (Reentrant Lock) — same thread can acquire multiple times without deadlock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Semaphore — allows N threads simultaneously (controls resource pool size)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Condition — allows threads to wait for a specific condition to become true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Event — one thread signals an event; other threads wait for it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Queue — thread-safe FIFO/LIFO data structure for producer-consumer patterns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Lock usage: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 = threading.Lock()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lock: counter += 1  # atomic operation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Always use 'with lock:' (context manager) to guarantee lock release even if exception occurs.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Duck Typing?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73152" cy="41605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 Typing is a programming concept where an object's suitability is determined by its behavior (methods/attributes), not its class or type.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philosophy: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"If it walks like a duck and quacks like a duck, it's a duck"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Python checks if an object has the required method/attribute, not its type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Enables polymorphism without inheritance hierarchies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make_sound(animal):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animal.quack()  # Works for any object with quack()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Duck: def quack(self): print('Quack!')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Person: def quack(self): print('Quack!')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make_sound(Duck())    # Works!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make_sound(Person())  # Also works!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34D399">
              <a:alpha val="12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Python's duck typing enables writing highly flexible and reusable code without strict type hierarchies.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Python Slower than Java/C++?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73152" cy="41605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trades raw execution speed for developer productivity and flexibility. Several factors contribute: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Reasons: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Interpreted execution — bytecode is interpreted by PVM, not compiled to native machine code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Dynamic typing — type resolution happens at runtime (costly type checks on every operation)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GIL limitations — prevents true multi-core CPU parallelism in CPython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Object overhead — everything is an object with metadata (type, ref count, value)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No JIT compilation in CPython (PyPy has JIT and can be much faster)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advantages despite slowness: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Faster development speed — 3-5x less code than Java for same functionality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Extensive optimized libraries (NumPy/Pandas run C code under the hood)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For I/O-bound tasks, Python's speed is comparable to Java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B923C">
              <a:alpha val="12000"/>
            </a:srgbClr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For most web apps and data science, Python's speed is 'good enough' and developer velocity wins.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91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Internal Interview Topics — Exam Checklist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04672"/>
            <a:ext cx="54864" cy="4754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4124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965960" y="84124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engine for bytecode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804672"/>
            <a:ext cx="54864" cy="47548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84124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55080" y="84124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.pyc files in __pycache__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335024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335024"/>
            <a:ext cx="54864" cy="4754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3716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965960" y="13716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 at a time in CPython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335024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335024"/>
            <a:ext cx="54864" cy="4754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3716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Mgmt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55080" y="13716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Heap, Stack, Reference Counting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1865376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1865376"/>
            <a:ext cx="54864" cy="47548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901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965960" y="190195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I/O-bound concurrency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1865376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1865376"/>
            <a:ext cx="54864" cy="4754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901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55080" y="190195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Lock, RLock, Semaphore, Queue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2395728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2395728"/>
            <a:ext cx="54864" cy="47548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43230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965960" y="243230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LEGB lookup rule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2395728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2395728"/>
            <a:ext cx="54864" cy="4754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43230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Iterators/Gen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355080" y="243230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evaluation, yield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2926080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2926080"/>
            <a:ext cx="54864" cy="4754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96265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System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965960" y="296265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sys.modules cache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09160" y="2926080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2926080"/>
            <a:ext cx="54864" cy="47548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296265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355080" y="296265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 → Lex → AST → Bytecode → PVM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Interview-Ready! 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Internal Architecture — 26 Questions Covered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278892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38BDF8">
              <a:alpha val="3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788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278892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818CF8">
              <a:alpha val="3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788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78892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34D399">
              <a:alpha val="3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788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278892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788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3264408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472B6">
              <a:alpha val="3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2644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34640" y="3264408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38BDF8">
              <a:alpha val="3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32644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264408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818CF8">
              <a:alpha val="3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2644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3264408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34D399">
              <a:alpha val="3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2644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luck with your interviews! 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Internal Architecture Interview Questions</dc:title>
  <dc:subject>PptxGenJS Presentation</dc:subject>
  <dc:creator>PptxGenJS</dc:creator>
  <cp:lastModifiedBy>PptxGenJS</cp:lastModifiedBy>
  <cp:revision>1</cp:revision>
  <dcterms:created xsi:type="dcterms:W3CDTF">2026-05-23T04:24:02Z</dcterms:created>
  <dcterms:modified xsi:type="dcterms:W3CDTF">2026-05-23T04:24:02Z</dcterms:modified>
</cp:coreProperties>
</file>