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00.xml" ContentType="application/vnd.openxmlformats-officedocument.presentationml.notesSlide+xml"/>
  <Override PartName="/ppt/notesSlides/notesSlide301.xml" ContentType="application/vnd.openxmlformats-officedocument.presentationml.notesSlide+xml"/>
  <Override PartName="/ppt/notesSlides/notesSlide302.xml" ContentType="application/vnd.openxmlformats-officedocument.presentationml.notesSlide+xml"/>
  <Override PartName="/ppt/notesSlides/notesSlide303.xml" ContentType="application/vnd.openxmlformats-officedocument.presentationml.notesSlide+xml"/>
  <Override PartName="/ppt/notesSlides/notesSlide304.xml" ContentType="application/vnd.openxmlformats-officedocument.presentationml.notesSlide+xml"/>
  <Override PartName="/ppt/notesSlides/notesSlide305.xml" ContentType="application/vnd.openxmlformats-officedocument.presentationml.notesSlide+xml"/>
  <Override PartName="/ppt/notesSlides/notesSlide306.xml" ContentType="application/vnd.openxmlformats-officedocument.presentationml.notesSlide+xml"/>
  <Override PartName="/ppt/notesSlides/notesSlide307.xml" ContentType="application/vnd.openxmlformats-officedocument.presentationml.notesSlide+xml"/>
  <Override PartName="/ppt/notesSlides/notesSlide308.xml" ContentType="application/vnd.openxmlformats-officedocument.presentationml.notesSlide+xml"/>
  <Override PartName="/ppt/notesSlides/notesSlide30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10.xml" ContentType="application/vnd.openxmlformats-officedocument.presentationml.notesSlide+xml"/>
  <Override PartName="/ppt/notesSlides/notesSlide311.xml" ContentType="application/vnd.openxmlformats-officedocument.presentationml.notesSlide+xml"/>
  <Override PartName="/ppt/notesSlides/notesSlide312.xml" ContentType="application/vnd.openxmlformats-officedocument.presentationml.notesSlide+xml"/>
  <Override PartName="/ppt/notesSlides/notesSlide313.xml" ContentType="application/vnd.openxmlformats-officedocument.presentationml.notesSlide+xml"/>
  <Override PartName="/ppt/notesSlides/notesSlide314.xml" ContentType="application/vnd.openxmlformats-officedocument.presentationml.notesSlide+xml"/>
  <Override PartName="/ppt/notesSlides/notesSlide315.xml" ContentType="application/vnd.openxmlformats-officedocument.presentationml.notesSlide+xml"/>
  <Override PartName="/ppt/notesSlides/notesSlide316.xml" ContentType="application/vnd.openxmlformats-officedocument.presentationml.notesSlide+xml"/>
  <Override PartName="/ppt/notesSlides/notesSlide317.xml" ContentType="application/vnd.openxmlformats-officedocument.presentationml.notesSlide+xml"/>
  <Override PartName="/ppt/notesSlides/notesSlide318.xml" ContentType="application/vnd.openxmlformats-officedocument.presentationml.notesSlide+xml"/>
  <Override PartName="/ppt/notesSlides/notesSlide31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20.xml" ContentType="application/vnd.openxmlformats-officedocument.presentationml.notesSlide+xml"/>
  <Override PartName="/ppt/notesSlides/notesSlide321.xml" ContentType="application/vnd.openxmlformats-officedocument.presentationml.notesSlide+xml"/>
  <Override PartName="/ppt/notesSlides/notesSlide322.xml" ContentType="application/vnd.openxmlformats-officedocument.presentationml.notesSlide+xml"/>
  <Override PartName="/ppt/notesSlides/notesSlide323.xml" ContentType="application/vnd.openxmlformats-officedocument.presentationml.notesSlide+xml"/>
  <Override PartName="/ppt/notesSlides/notesSlide324.xml" ContentType="application/vnd.openxmlformats-officedocument.presentationml.notesSlide+xml"/>
  <Override PartName="/ppt/notesSlides/notesSlide325.xml" ContentType="application/vnd.openxmlformats-officedocument.presentationml.notesSlide+xml"/>
  <Override PartName="/ppt/notesSlides/notesSlide326.xml" ContentType="application/vnd.openxmlformats-officedocument.presentationml.notesSlide+xml"/>
  <Override PartName="/ppt/notesSlides/notesSlide327.xml" ContentType="application/vnd.openxmlformats-officedocument.presentationml.notesSlide+xml"/>
  <Override PartName="/ppt/notesSlides/notesSlide328.xml" ContentType="application/vnd.openxmlformats-officedocument.presentationml.notesSlide+xml"/>
  <Override PartName="/ppt/notesSlides/notesSlide329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30.xml" ContentType="application/vnd.openxmlformats-officedocument.presentationml.notesSlide+xml"/>
  <Override PartName="/ppt/notesSlides/notesSlide331.xml" ContentType="application/vnd.openxmlformats-officedocument.presentationml.notesSlide+xml"/>
  <Override PartName="/ppt/notesSlides/notesSlide332.xml" ContentType="application/vnd.openxmlformats-officedocument.presentationml.notesSlide+xml"/>
  <Override PartName="/ppt/notesSlides/notesSlide333.xml" ContentType="application/vnd.openxmlformats-officedocument.presentationml.notesSlide+xml"/>
  <Override PartName="/ppt/notesSlides/notesSlide334.xml" ContentType="application/vnd.openxmlformats-officedocument.presentationml.notesSlide+xml"/>
  <Override PartName="/ppt/notesSlides/notesSlide335.xml" ContentType="application/vnd.openxmlformats-officedocument.presentationml.notesSlide+xml"/>
  <Override PartName="/ppt/notesSlides/notesSlide336.xml" ContentType="application/vnd.openxmlformats-officedocument.presentationml.notesSlide+xml"/>
  <Override PartName="/ppt/notesSlides/notesSlide337.xml" ContentType="application/vnd.openxmlformats-officedocument.presentationml.notesSlide+xml"/>
  <Override PartName="/ppt/notesSlides/notesSlide338.xml" ContentType="application/vnd.openxmlformats-officedocument.presentationml.notesSlide+xml"/>
  <Override PartName="/ppt/notesSlides/notesSlide339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40.xml" ContentType="application/vnd.openxmlformats-officedocument.presentationml.notesSlide+xml"/>
  <Override PartName="/ppt/notesSlides/notesSlide341.xml" ContentType="application/vnd.openxmlformats-officedocument.presentationml.notesSlide+xml"/>
  <Override PartName="/ppt/notesSlides/notesSlide342.xml" ContentType="application/vnd.openxmlformats-officedocument.presentationml.notesSlide+xml"/>
  <Override PartName="/ppt/notesSlides/notesSlide343.xml" ContentType="application/vnd.openxmlformats-officedocument.presentationml.notesSlide+xml"/>
  <Override PartName="/ppt/notesSlides/notesSlide344.xml" ContentType="application/vnd.openxmlformats-officedocument.presentationml.notesSlide+xml"/>
  <Override PartName="/ppt/notesSlides/notesSlide345.xml" ContentType="application/vnd.openxmlformats-officedocument.presentationml.notesSlide+xml"/>
  <Override PartName="/ppt/notesSlides/notesSlide346.xml" ContentType="application/vnd.openxmlformats-officedocument.presentationml.notesSlide+xml"/>
  <Override PartName="/ppt/notesSlides/notesSlide347.xml" ContentType="application/vnd.openxmlformats-officedocument.presentationml.notesSlide+xml"/>
  <Override PartName="/ppt/notesSlides/notesSlide348.xml" ContentType="application/vnd.openxmlformats-officedocument.presentationml.notesSlide+xml"/>
  <Override PartName="/ppt/notesSlides/notesSlide349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50.xml" ContentType="application/vnd.openxmlformats-officedocument.presentationml.notesSlide+xml"/>
  <Override PartName="/ppt/notesSlides/notesSlide351.xml" ContentType="application/vnd.openxmlformats-officedocument.presentationml.notesSlide+xml"/>
  <Override PartName="/ppt/notesSlides/notesSlide352.xml" ContentType="application/vnd.openxmlformats-officedocument.presentationml.notesSlide+xml"/>
  <Override PartName="/ppt/notesSlides/notesSlide353.xml" ContentType="application/vnd.openxmlformats-officedocument.presentationml.notesSlide+xml"/>
  <Override PartName="/ppt/notesSlides/notesSlide354.xml" ContentType="application/vnd.openxmlformats-officedocument.presentationml.notesSlide+xml"/>
  <Override PartName="/ppt/notesSlides/notesSlide355.xml" ContentType="application/vnd.openxmlformats-officedocument.presentationml.notesSlide+xml"/>
  <Override PartName="/ppt/notesSlides/notesSlide356.xml" ContentType="application/vnd.openxmlformats-officedocument.presentationml.notesSlide+xml"/>
  <Override PartName="/ppt/notesSlides/notesSlide357.xml" ContentType="application/vnd.openxmlformats-officedocument.presentationml.notesSlide+xml"/>
  <Override PartName="/ppt/notesSlides/notesSlide358.xml" ContentType="application/vnd.openxmlformats-officedocument.presentationml.notesSlide+xml"/>
  <Override PartName="/ppt/notesSlides/notesSlide359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60.xml" ContentType="application/vnd.openxmlformats-officedocument.presentationml.notesSlide+xml"/>
  <Override PartName="/ppt/notesSlides/notesSlide361.xml" ContentType="application/vnd.openxmlformats-officedocument.presentationml.notesSlide+xml"/>
  <Override PartName="/ppt/notesSlides/notesSlide362.xml" ContentType="application/vnd.openxmlformats-officedocument.presentationml.notesSlide+xml"/>
  <Override PartName="/ppt/notesSlides/notesSlide363.xml" ContentType="application/vnd.openxmlformats-officedocument.presentationml.notesSlide+xml"/>
  <Override PartName="/ppt/notesSlides/notesSlide364.xml" ContentType="application/vnd.openxmlformats-officedocument.presentationml.notesSlide+xml"/>
  <Override PartName="/ppt/notesSlides/notesSlide365.xml" ContentType="application/vnd.openxmlformats-officedocument.presentationml.notesSlide+xml"/>
  <Override PartName="/ppt/notesSlides/notesSlide366.xml" ContentType="application/vnd.openxmlformats-officedocument.presentationml.notesSlide+xml"/>
  <Override PartName="/ppt/notesSlides/notesSlide367.xml" ContentType="application/vnd.openxmlformats-officedocument.presentationml.notesSlide+xml"/>
  <Override PartName="/ppt/notesSlides/notesSlide368.xml" ContentType="application/vnd.openxmlformats-officedocument.presentationml.notesSlide+xml"/>
  <Override PartName="/ppt/notesSlides/notesSlide369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70.xml" ContentType="application/vnd.openxmlformats-officedocument.presentationml.notesSlide+xml"/>
  <Override PartName="/ppt/notesSlides/notesSlide371.xml" ContentType="application/vnd.openxmlformats-officedocument.presentationml.notesSlide+xml"/>
  <Override PartName="/ppt/notesSlides/notesSlide372.xml" ContentType="application/vnd.openxmlformats-officedocument.presentationml.notesSlide+xml"/>
  <Override PartName="/ppt/notesSlides/notesSlide373.xml" ContentType="application/vnd.openxmlformats-officedocument.presentationml.notesSlide+xml"/>
  <Override PartName="/ppt/notesSlides/notesSlide374.xml" ContentType="application/vnd.openxmlformats-officedocument.presentationml.notesSlide+xml"/>
  <Override PartName="/ppt/notesSlides/notesSlide375.xml" ContentType="application/vnd.openxmlformats-officedocument.presentationml.notesSlide+xml"/>
  <Override PartName="/ppt/notesSlides/notesSlide376.xml" ContentType="application/vnd.openxmlformats-officedocument.presentationml.notesSlide+xml"/>
  <Override PartName="/ppt/notesSlides/notesSlide377.xml" ContentType="application/vnd.openxmlformats-officedocument.presentationml.notesSlide+xml"/>
  <Override PartName="/ppt/notesSlides/notesSlide378.xml" ContentType="application/vnd.openxmlformats-officedocument.presentationml.notesSlide+xml"/>
  <Override PartName="/ppt/notesSlides/notesSlide37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80.xml" ContentType="application/vnd.openxmlformats-officedocument.presentationml.notesSlide+xml"/>
  <Override PartName="/ppt/notesSlides/notesSlide381.xml" ContentType="application/vnd.openxmlformats-officedocument.presentationml.notesSlide+xml"/>
  <Override PartName="/ppt/notesSlides/notesSlide382.xml" ContentType="application/vnd.openxmlformats-officedocument.presentationml.notesSlide+xml"/>
  <Override PartName="/ppt/notesSlides/notesSlide383.xml" ContentType="application/vnd.openxmlformats-officedocument.presentationml.notesSlide+xml"/>
  <Override PartName="/ppt/notesSlides/notesSlide384.xml" ContentType="application/vnd.openxmlformats-officedocument.presentationml.notesSlide+xml"/>
  <Override PartName="/ppt/notesSlides/notesSlide385.xml" ContentType="application/vnd.openxmlformats-officedocument.presentationml.notesSlide+xml"/>
  <Override PartName="/ppt/notesSlides/notesSlide386.xml" ContentType="application/vnd.openxmlformats-officedocument.presentationml.notesSlide+xml"/>
  <Override PartName="/ppt/notesSlides/notesSlide387.xml" ContentType="application/vnd.openxmlformats-officedocument.presentationml.notesSlide+xml"/>
  <Override PartName="/ppt/notesSlides/notesSlide388.xml" ContentType="application/vnd.openxmlformats-officedocument.presentationml.notesSlide+xml"/>
  <Override PartName="/ppt/notesSlides/notesSlide38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90.xml" ContentType="application/vnd.openxmlformats-officedocument.presentationml.notesSlide+xml"/>
  <Override PartName="/ppt/notesSlides/notesSlide391.xml" ContentType="application/vnd.openxmlformats-officedocument.presentationml.notesSlide+xml"/>
  <Override PartName="/ppt/notesSlides/notesSlide392.xml" ContentType="application/vnd.openxmlformats-officedocument.presentationml.notesSlide+xml"/>
  <Override PartName="/ppt/notesSlides/notesSlide393.xml" ContentType="application/vnd.openxmlformats-officedocument.presentationml.notesSlide+xml"/>
  <Override PartName="/ppt/notesSlides/notesSlide394.xml" ContentType="application/vnd.openxmlformats-officedocument.presentationml.notesSlide+xml"/>
  <Override PartName="/ppt/notesSlides/notesSlide395.xml" ContentType="application/vnd.openxmlformats-officedocument.presentationml.notesSlide+xml"/>
  <Override PartName="/ppt/notesSlides/notesSlide396.xml" ContentType="application/vnd.openxmlformats-officedocument.presentationml.notesSlide+xml"/>
  <Override PartName="/ppt/notesSlides/notesSlide397.xml" ContentType="application/vnd.openxmlformats-officedocument.presentationml.notesSlide+xml"/>
  <Override PartName="/ppt/notesSlides/notesSlide398.xml" ContentType="application/vnd.openxmlformats-officedocument.presentationml.notesSlide+xml"/>
  <Override PartName="/ppt/notesSlides/notesSlide39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00.xml" ContentType="application/vnd.openxmlformats-officedocument.presentationml.notesSlide+xml"/>
  <Override PartName="/ppt/notesSlides/notesSlide401.xml" ContentType="application/vnd.openxmlformats-officedocument.presentationml.notesSlide+xml"/>
  <Override PartName="/ppt/notesSlides/notesSlide402.xml" ContentType="application/vnd.openxmlformats-officedocument.presentationml.notesSlide+xml"/>
  <Override PartName="/ppt/notesSlides/notesSlide403.xml" ContentType="application/vnd.openxmlformats-officedocument.presentationml.notesSlide+xml"/>
  <Override PartName="/ppt/notesSlides/notesSlide404.xml" ContentType="application/vnd.openxmlformats-officedocument.presentationml.notesSlide+xml"/>
  <Override PartName="/ppt/notesSlides/notesSlide405.xml" ContentType="application/vnd.openxmlformats-officedocument.presentationml.notesSlide+xml"/>
  <Override PartName="/ppt/notesSlides/notesSlide406.xml" ContentType="application/vnd.openxmlformats-officedocument.presentationml.notesSlide+xml"/>
  <Override PartName="/ppt/notesSlides/notesSlide407.xml" ContentType="application/vnd.openxmlformats-officedocument.presentationml.notesSlide+xml"/>
  <Override PartName="/ppt/notesSlides/notesSlide408.xml" ContentType="application/vnd.openxmlformats-officedocument.presentationml.notesSlide+xml"/>
  <Override PartName="/ppt/notesSlides/notesSlide409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10.xml" ContentType="application/vnd.openxmlformats-officedocument.presentationml.notesSlide+xml"/>
  <Override PartName="/ppt/notesSlides/notesSlide411.xml" ContentType="application/vnd.openxmlformats-officedocument.presentationml.notesSlide+xml"/>
  <Override PartName="/ppt/notesSlides/notesSlide412.xml" ContentType="application/vnd.openxmlformats-officedocument.presentationml.notesSlide+xml"/>
  <Override PartName="/ppt/notesSlides/notesSlide413.xml" ContentType="application/vnd.openxmlformats-officedocument.presentationml.notesSlide+xml"/>
  <Override PartName="/ppt/notesSlides/notesSlide414.xml" ContentType="application/vnd.openxmlformats-officedocument.presentationml.notesSlide+xml"/>
  <Override PartName="/ppt/notesSlides/notesSlide415.xml" ContentType="application/vnd.openxmlformats-officedocument.presentationml.notesSlide+xml"/>
  <Override PartName="/ppt/notesSlides/notesSlide416.xml" ContentType="application/vnd.openxmlformats-officedocument.presentationml.notesSlide+xml"/>
  <Override PartName="/ppt/notesSlides/notesSlide417.xml" ContentType="application/vnd.openxmlformats-officedocument.presentationml.notesSlide+xml"/>
  <Override PartName="/ppt/notesSlides/notesSlide418.xml" ContentType="application/vnd.openxmlformats-officedocument.presentationml.notesSlide+xml"/>
  <Override PartName="/ppt/notesSlides/notesSlide419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20.xml" ContentType="application/vnd.openxmlformats-officedocument.presentationml.notesSlide+xml"/>
  <Override PartName="/ppt/notesSlides/notesSlide421.xml" ContentType="application/vnd.openxmlformats-officedocument.presentationml.notesSlide+xml"/>
  <Override PartName="/ppt/notesSlides/notesSlide422.xml" ContentType="application/vnd.openxmlformats-officedocument.presentationml.notesSlide+xml"/>
  <Override PartName="/ppt/notesSlides/notesSlide423.xml" ContentType="application/vnd.openxmlformats-officedocument.presentationml.notesSlide+xml"/>
  <Override PartName="/ppt/notesSlides/notesSlide424.xml" ContentType="application/vnd.openxmlformats-officedocument.presentationml.notesSlide+xml"/>
  <Override PartName="/ppt/notesSlides/notesSlide425.xml" ContentType="application/vnd.openxmlformats-officedocument.presentationml.notesSlide+xml"/>
  <Override PartName="/ppt/notesSlides/notesSlide426.xml" ContentType="application/vnd.openxmlformats-officedocument.presentationml.notesSlide+xml"/>
  <Override PartName="/ppt/notesSlides/notesSlide427.xml" ContentType="application/vnd.openxmlformats-officedocument.presentationml.notesSlide+xml"/>
  <Override PartName="/ppt/notesSlides/notesSlide428.xml" ContentType="application/vnd.openxmlformats-officedocument.presentationml.notesSlide+xml"/>
  <Override PartName="/ppt/notesSlides/notesSlide429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30.xml" ContentType="application/vnd.openxmlformats-officedocument.presentationml.notesSlide+xml"/>
  <Override PartName="/ppt/notesSlides/notesSlide431.xml" ContentType="application/vnd.openxmlformats-officedocument.presentationml.notesSlide+xml"/>
  <Override PartName="/ppt/notesSlides/notesSlide432.xml" ContentType="application/vnd.openxmlformats-officedocument.presentationml.notesSlide+xml"/>
  <Override PartName="/ppt/notesSlides/notesSlide433.xml" ContentType="application/vnd.openxmlformats-officedocument.presentationml.notesSlide+xml"/>
  <Override PartName="/ppt/notesSlides/notesSlide434.xml" ContentType="application/vnd.openxmlformats-officedocument.presentationml.notesSlide+xml"/>
  <Override PartName="/ppt/notesSlides/notesSlide435.xml" ContentType="application/vnd.openxmlformats-officedocument.presentationml.notesSlide+xml"/>
  <Override PartName="/ppt/notesSlides/notesSlide436.xml" ContentType="application/vnd.openxmlformats-officedocument.presentationml.notesSlide+xml"/>
  <Override PartName="/ppt/notesSlides/notesSlide437.xml" ContentType="application/vnd.openxmlformats-officedocument.presentationml.notesSlide+xml"/>
  <Override PartName="/ppt/notesSlides/notesSlide438.xml" ContentType="application/vnd.openxmlformats-officedocument.presentationml.notesSlide+xml"/>
  <Override PartName="/ppt/notesSlides/notesSlide439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40.xml" ContentType="application/vnd.openxmlformats-officedocument.presentationml.notesSlide+xml"/>
  <Override PartName="/ppt/notesSlides/notesSlide441.xml" ContentType="application/vnd.openxmlformats-officedocument.presentationml.notesSlide+xml"/>
  <Override PartName="/ppt/notesSlides/notesSlide442.xml" ContentType="application/vnd.openxmlformats-officedocument.presentationml.notesSlide+xml"/>
  <Override PartName="/ppt/notesSlides/notesSlide443.xml" ContentType="application/vnd.openxmlformats-officedocument.presentationml.notesSlide+xml"/>
  <Override PartName="/ppt/notesSlides/notesSlide444.xml" ContentType="application/vnd.openxmlformats-officedocument.presentationml.notesSlide+xml"/>
  <Override PartName="/ppt/notesSlides/notesSlide445.xml" ContentType="application/vnd.openxmlformats-officedocument.presentationml.notesSlide+xml"/>
  <Override PartName="/ppt/notesSlides/notesSlide446.xml" ContentType="application/vnd.openxmlformats-officedocument.presentationml.notesSlide+xml"/>
  <Override PartName="/ppt/notesSlides/notesSlide447.xml" ContentType="application/vnd.openxmlformats-officedocument.presentationml.notesSlide+xml"/>
  <Override PartName="/ppt/notesSlides/notesSlide448.xml" ContentType="application/vnd.openxmlformats-officedocument.presentationml.notesSlide+xml"/>
  <Override PartName="/ppt/notesSlides/notesSlide449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50.xml" ContentType="application/vnd.openxmlformats-officedocument.presentationml.notesSlide+xml"/>
  <Override PartName="/ppt/notesSlides/notesSlide451.xml" ContentType="application/vnd.openxmlformats-officedocument.presentationml.notesSlide+xml"/>
  <Override PartName="/ppt/notesSlides/notesSlide452.xml" ContentType="application/vnd.openxmlformats-officedocument.presentationml.notesSlide+xml"/>
  <Override PartName="/ppt/notesSlides/notesSlide453.xml" ContentType="application/vnd.openxmlformats-officedocument.presentationml.notesSlide+xml"/>
  <Override PartName="/ppt/notesSlides/notesSlide454.xml" ContentType="application/vnd.openxmlformats-officedocument.presentationml.notesSlide+xml"/>
  <Override PartName="/ppt/notesSlides/notesSlide455.xml" ContentType="application/vnd.openxmlformats-officedocument.presentationml.notesSlide+xml"/>
  <Override PartName="/ppt/notesSlides/notesSlide456.xml" ContentType="application/vnd.openxmlformats-officedocument.presentationml.notesSlide+xml"/>
  <Override PartName="/ppt/notesSlides/notesSlide457.xml" ContentType="application/vnd.openxmlformats-officedocument.presentationml.notesSlide+xml"/>
  <Override PartName="/ppt/notesSlides/notesSlide458.xml" ContentType="application/vnd.openxmlformats-officedocument.presentationml.notesSlide+xml"/>
  <Override PartName="/ppt/notesSlides/notesSlide459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60.xml" ContentType="application/vnd.openxmlformats-officedocument.presentationml.notesSlide+xml"/>
  <Override PartName="/ppt/notesSlides/notesSlide461.xml" ContentType="application/vnd.openxmlformats-officedocument.presentationml.notesSlide+xml"/>
  <Override PartName="/ppt/notesSlides/notesSlide462.xml" ContentType="application/vnd.openxmlformats-officedocument.presentationml.notesSlide+xml"/>
  <Override PartName="/ppt/notesSlides/notesSlide463.xml" ContentType="application/vnd.openxmlformats-officedocument.presentationml.notesSlide+xml"/>
  <Override PartName="/ppt/notesSlides/notesSlide464.xml" ContentType="application/vnd.openxmlformats-officedocument.presentationml.notesSlide+xml"/>
  <Override PartName="/ppt/notesSlides/notesSlide465.xml" ContentType="application/vnd.openxmlformats-officedocument.presentationml.notesSlide+xml"/>
  <Override PartName="/ppt/notesSlides/notesSlide466.xml" ContentType="application/vnd.openxmlformats-officedocument.presentationml.notesSlide+xml"/>
  <Override PartName="/ppt/notesSlides/notesSlide467.xml" ContentType="application/vnd.openxmlformats-officedocument.presentationml.notesSlide+xml"/>
  <Override PartName="/ppt/notesSlides/notesSlide468.xml" ContentType="application/vnd.openxmlformats-officedocument.presentationml.notesSlide+xml"/>
  <Override PartName="/ppt/notesSlides/notesSlide46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70.xml" ContentType="application/vnd.openxmlformats-officedocument.presentationml.notesSlide+xml"/>
  <Override PartName="/ppt/notesSlides/notesSlide471.xml" ContentType="application/vnd.openxmlformats-officedocument.presentationml.notesSlide+xml"/>
  <Override PartName="/ppt/notesSlides/notesSlide472.xml" ContentType="application/vnd.openxmlformats-officedocument.presentationml.notesSlide+xml"/>
  <Override PartName="/ppt/notesSlides/notesSlide473.xml" ContentType="application/vnd.openxmlformats-officedocument.presentationml.notesSlide+xml"/>
  <Override PartName="/ppt/notesSlides/notesSlide474.xml" ContentType="application/vnd.openxmlformats-officedocument.presentationml.notesSlide+xml"/>
  <Override PartName="/ppt/notesSlides/notesSlide475.xml" ContentType="application/vnd.openxmlformats-officedocument.presentationml.notesSlide+xml"/>
  <Override PartName="/ppt/notesSlides/notesSlide476.xml" ContentType="application/vnd.openxmlformats-officedocument.presentationml.notesSlide+xml"/>
  <Override PartName="/ppt/notesSlides/notesSlide477.xml" ContentType="application/vnd.openxmlformats-officedocument.presentationml.notesSlide+xml"/>
  <Override PartName="/ppt/notesSlides/notesSlide478.xml" ContentType="application/vnd.openxmlformats-officedocument.presentationml.notesSlide+xml"/>
  <Override PartName="/ppt/notesSlides/notesSlide47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80.xml" ContentType="application/vnd.openxmlformats-officedocument.presentationml.notesSlide+xml"/>
  <Override PartName="/ppt/notesSlides/notesSlide481.xml" ContentType="application/vnd.openxmlformats-officedocument.presentationml.notesSlide+xml"/>
  <Override PartName="/ppt/notesSlides/notesSlide482.xml" ContentType="application/vnd.openxmlformats-officedocument.presentationml.notesSlide+xml"/>
  <Override PartName="/ppt/notesSlides/notesSlide483.xml" ContentType="application/vnd.openxmlformats-officedocument.presentationml.notesSlide+xml"/>
  <Override PartName="/ppt/notesSlides/notesSlide484.xml" ContentType="application/vnd.openxmlformats-officedocument.presentationml.notesSlide+xml"/>
  <Override PartName="/ppt/notesSlides/notesSlide485.xml" ContentType="application/vnd.openxmlformats-officedocument.presentationml.notesSlide+xml"/>
  <Override PartName="/ppt/notesSlides/notesSlide486.xml" ContentType="application/vnd.openxmlformats-officedocument.presentationml.notesSlide+xml"/>
  <Override PartName="/ppt/notesSlides/notesSlide487.xml" ContentType="application/vnd.openxmlformats-officedocument.presentationml.notesSlide+xml"/>
  <Override PartName="/ppt/notesSlides/notesSlide488.xml" ContentType="application/vnd.openxmlformats-officedocument.presentationml.notesSlide+xml"/>
  <Override PartName="/ppt/notesSlides/notesSlide489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490.xml" ContentType="application/vnd.openxmlformats-officedocument.presentationml.notesSlide+xml"/>
  <Override PartName="/ppt/notesSlides/notesSlide491.xml" ContentType="application/vnd.openxmlformats-officedocument.presentationml.notesSlide+xml"/>
  <Override PartName="/ppt/notesSlides/notesSlide492.xml" ContentType="application/vnd.openxmlformats-officedocument.presentationml.notesSlide+xml"/>
  <Override PartName="/ppt/notesSlides/notesSlide493.xml" ContentType="application/vnd.openxmlformats-officedocument.presentationml.notesSlide+xml"/>
  <Override PartName="/ppt/notesSlides/notesSlide494.xml" ContentType="application/vnd.openxmlformats-officedocument.presentationml.notesSlide+xml"/>
  <Override PartName="/ppt/notesSlides/notesSlide495.xml" ContentType="application/vnd.openxmlformats-officedocument.presentationml.notesSlide+xml"/>
  <Override PartName="/ppt/notesSlides/notesSlide496.xml" ContentType="application/vnd.openxmlformats-officedocument.presentationml.notesSlide+xml"/>
  <Override PartName="/ppt/notesSlides/notesSlide497.xml" ContentType="application/vnd.openxmlformats-officedocument.presentationml.notesSlide+xml"/>
  <Override PartName="/ppt/notesSlides/notesSlide498.xml" ContentType="application/vnd.openxmlformats-officedocument.presentationml.notesSlide+xml"/>
  <Override PartName="/ppt/notesSlides/notesSlide49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00.xml" ContentType="application/vnd.openxmlformats-officedocument.presentationml.notesSlide+xml"/>
  <Override PartName="/ppt/notesSlides/notesSlide501.xml" ContentType="application/vnd.openxmlformats-officedocument.presentationml.notesSlide+xml"/>
  <Override PartName="/ppt/notesSlides/notesSlide502.xml" ContentType="application/vnd.openxmlformats-officedocument.presentationml.notesSlide+xml"/>
  <Override PartName="/ppt/notesSlides/notesSlide503.xml" ContentType="application/vnd.openxmlformats-officedocument.presentationml.notesSlide+xml"/>
  <Override PartName="/ppt/notesSlides/notesSlide504.xml" ContentType="application/vnd.openxmlformats-officedocument.presentationml.notesSlide+xml"/>
  <Override PartName="/ppt/notesSlides/notesSlide505.xml" ContentType="application/vnd.openxmlformats-officedocument.presentationml.notesSlide+xml"/>
  <Override PartName="/ppt/notesSlides/notesSlide506.xml" ContentType="application/vnd.openxmlformats-officedocument.presentationml.notesSlide+xml"/>
  <Override PartName="/ppt/notesSlides/notesSlide507.xml" ContentType="application/vnd.openxmlformats-officedocument.presentationml.notesSlide+xml"/>
  <Override PartName="/ppt/notesSlides/notesSlide508.xml" ContentType="application/vnd.openxmlformats-officedocument.presentationml.notesSlide+xml"/>
  <Override PartName="/ppt/notesSlides/notesSlide509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10.xml" ContentType="application/vnd.openxmlformats-officedocument.presentationml.notesSlide+xml"/>
  <Override PartName="/ppt/notesSlides/notesSlide511.xml" ContentType="application/vnd.openxmlformats-officedocument.presentationml.notesSlide+xml"/>
  <Override PartName="/ppt/notesSlides/notesSlide512.xml" ContentType="application/vnd.openxmlformats-officedocument.presentationml.notesSlide+xml"/>
  <Override PartName="/ppt/notesSlides/notesSlide513.xml" ContentType="application/vnd.openxmlformats-officedocument.presentationml.notesSlide+xml"/>
  <Override PartName="/ppt/notesSlides/notesSlide514.xml" ContentType="application/vnd.openxmlformats-officedocument.presentationml.notesSlide+xml"/>
  <Override PartName="/ppt/notesSlides/notesSlide515.xml" ContentType="application/vnd.openxmlformats-officedocument.presentationml.notesSlide+xml"/>
  <Override PartName="/ppt/notesSlides/notesSlide516.xml" ContentType="application/vnd.openxmlformats-officedocument.presentationml.notesSlide+xml"/>
  <Override PartName="/ppt/notesSlides/notesSlide517.xml" ContentType="application/vnd.openxmlformats-officedocument.presentationml.notesSlide+xml"/>
  <Override PartName="/ppt/notesSlides/notesSlide518.xml" ContentType="application/vnd.openxmlformats-officedocument.presentationml.notesSlide+xml"/>
  <Override PartName="/ppt/notesSlides/notesSlide519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20.xml" ContentType="application/vnd.openxmlformats-officedocument.presentationml.notesSlide+xml"/>
  <Override PartName="/ppt/notesSlides/notesSlide521.xml" ContentType="application/vnd.openxmlformats-officedocument.presentationml.notesSlide+xml"/>
  <Override PartName="/ppt/notesSlides/notesSlide522.xml" ContentType="application/vnd.openxmlformats-officedocument.presentationml.notesSlide+xml"/>
  <Override PartName="/ppt/notesSlides/notesSlide523.xml" ContentType="application/vnd.openxmlformats-officedocument.presentationml.notesSlide+xml"/>
  <Override PartName="/ppt/notesSlides/notesSlide524.xml" ContentType="application/vnd.openxmlformats-officedocument.presentationml.notesSlide+xml"/>
  <Override PartName="/ppt/notesSlides/notesSlide525.xml" ContentType="application/vnd.openxmlformats-officedocument.presentationml.notesSlide+xml"/>
  <Override PartName="/ppt/notesSlides/notesSlide526.xml" ContentType="application/vnd.openxmlformats-officedocument.presentationml.notesSlide+xml"/>
  <Override PartName="/ppt/notesSlides/notesSlide527.xml" ContentType="application/vnd.openxmlformats-officedocument.presentationml.notesSlide+xml"/>
  <Override PartName="/ppt/notesSlides/notesSlide528.xml" ContentType="application/vnd.openxmlformats-officedocument.presentationml.notesSlide+xml"/>
  <Override PartName="/ppt/notesSlides/notesSlide529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30.xml" ContentType="application/vnd.openxmlformats-officedocument.presentationml.notesSlide+xml"/>
  <Override PartName="/ppt/notesSlides/notesSlide531.xml" ContentType="application/vnd.openxmlformats-officedocument.presentationml.notesSlide+xml"/>
  <Override PartName="/ppt/notesSlides/notesSlide532.xml" ContentType="application/vnd.openxmlformats-officedocument.presentationml.notesSlide+xml"/>
  <Override PartName="/ppt/notesSlides/notesSlide533.xml" ContentType="application/vnd.openxmlformats-officedocument.presentationml.notesSlide+xml"/>
  <Override PartName="/ppt/notesSlides/notesSlide534.xml" ContentType="application/vnd.openxmlformats-officedocument.presentationml.notesSlide+xml"/>
  <Override PartName="/ppt/notesSlides/notesSlide535.xml" ContentType="application/vnd.openxmlformats-officedocument.presentationml.notesSlide+xml"/>
  <Override PartName="/ppt/notesSlides/notesSlide536.xml" ContentType="application/vnd.openxmlformats-officedocument.presentationml.notesSlide+xml"/>
  <Override PartName="/ppt/notesSlides/notesSlide537.xml" ContentType="application/vnd.openxmlformats-officedocument.presentationml.notesSlide+xml"/>
  <Override PartName="/ppt/notesSlides/notesSlide538.xml" ContentType="application/vnd.openxmlformats-officedocument.presentationml.notesSlide+xml"/>
  <Override PartName="/ppt/notesSlides/notesSlide539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40.xml" ContentType="application/vnd.openxmlformats-officedocument.presentationml.notesSlide+xml"/>
  <Override PartName="/ppt/notesSlides/notesSlide541.xml" ContentType="application/vnd.openxmlformats-officedocument.presentationml.notesSlide+xml"/>
  <Override PartName="/ppt/notesSlides/notesSlide542.xml" ContentType="application/vnd.openxmlformats-officedocument.presentationml.notesSlide+xml"/>
  <Override PartName="/ppt/notesSlides/notesSlide543.xml" ContentType="application/vnd.openxmlformats-officedocument.presentationml.notesSlide+xml"/>
  <Override PartName="/ppt/notesSlides/notesSlide544.xml" ContentType="application/vnd.openxmlformats-officedocument.presentationml.notesSlide+xml"/>
  <Override PartName="/ppt/notesSlides/notesSlide545.xml" ContentType="application/vnd.openxmlformats-officedocument.presentationml.notesSlide+xml"/>
  <Override PartName="/ppt/notesSlides/notesSlide546.xml" ContentType="application/vnd.openxmlformats-officedocument.presentationml.notesSlide+xml"/>
  <Override PartName="/ppt/notesSlides/notesSlide547.xml" ContentType="application/vnd.openxmlformats-officedocument.presentationml.notesSlide+xml"/>
  <Override PartName="/ppt/notesSlides/notesSlide548.xml" ContentType="application/vnd.openxmlformats-officedocument.presentationml.notesSlide+xml"/>
  <Override PartName="/ppt/notesSlides/notesSlide549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50.xml" ContentType="application/vnd.openxmlformats-officedocument.presentationml.notesSlide+xml"/>
  <Override PartName="/ppt/notesSlides/notesSlide551.xml" ContentType="application/vnd.openxmlformats-officedocument.presentationml.notesSlide+xml"/>
  <Override PartName="/ppt/notesSlides/notesSlide552.xml" ContentType="application/vnd.openxmlformats-officedocument.presentationml.notesSlide+xml"/>
  <Override PartName="/ppt/notesSlides/notesSlide553.xml" ContentType="application/vnd.openxmlformats-officedocument.presentationml.notesSlide+xml"/>
  <Override PartName="/ppt/notesSlides/notesSlide554.xml" ContentType="application/vnd.openxmlformats-officedocument.presentationml.notesSlide+xml"/>
  <Override PartName="/ppt/notesSlides/notesSlide555.xml" ContentType="application/vnd.openxmlformats-officedocument.presentationml.notesSlide+xml"/>
  <Override PartName="/ppt/notesSlides/notesSlide556.xml" ContentType="application/vnd.openxmlformats-officedocument.presentationml.notesSlide+xml"/>
  <Override PartName="/ppt/notesSlides/notesSlide557.xml" ContentType="application/vnd.openxmlformats-officedocument.presentationml.notesSlide+xml"/>
  <Override PartName="/ppt/notesSlides/notesSlide558.xml" ContentType="application/vnd.openxmlformats-officedocument.presentationml.notesSlide+xml"/>
  <Override PartName="/ppt/notesSlides/notesSlide559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60.xml" ContentType="application/vnd.openxmlformats-officedocument.presentationml.notesSlide+xml"/>
  <Override PartName="/ppt/notesSlides/notesSlide561.xml" ContentType="application/vnd.openxmlformats-officedocument.presentationml.notesSlide+xml"/>
  <Override PartName="/ppt/notesSlides/notesSlide562.xml" ContentType="application/vnd.openxmlformats-officedocument.presentationml.notesSlide+xml"/>
  <Override PartName="/ppt/notesSlides/notesSlide563.xml" ContentType="application/vnd.openxmlformats-officedocument.presentationml.notesSlide+xml"/>
  <Override PartName="/ppt/notesSlides/notesSlide564.xml" ContentType="application/vnd.openxmlformats-officedocument.presentationml.notesSlide+xml"/>
  <Override PartName="/ppt/notesSlides/notesSlide565.xml" ContentType="application/vnd.openxmlformats-officedocument.presentationml.notesSlide+xml"/>
  <Override PartName="/ppt/notesSlides/notesSlide566.xml" ContentType="application/vnd.openxmlformats-officedocument.presentationml.notesSlide+xml"/>
  <Override PartName="/ppt/notesSlides/notesSlide567.xml" ContentType="application/vnd.openxmlformats-officedocument.presentationml.notesSlide+xml"/>
  <Override PartName="/ppt/notesSlides/notesSlide568.xml" ContentType="application/vnd.openxmlformats-officedocument.presentationml.notesSlide+xml"/>
  <Override PartName="/ppt/notesSlides/notesSlide569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70.xml" ContentType="application/vnd.openxmlformats-officedocument.presentationml.notesSlide+xml"/>
  <Override PartName="/ppt/notesSlides/notesSlide571.xml" ContentType="application/vnd.openxmlformats-officedocument.presentationml.notesSlide+xml"/>
  <Override PartName="/ppt/notesSlides/notesSlide572.xml" ContentType="application/vnd.openxmlformats-officedocument.presentationml.notesSlide+xml"/>
  <Override PartName="/ppt/notesSlides/notesSlide573.xml" ContentType="application/vnd.openxmlformats-officedocument.presentationml.notesSlide+xml"/>
  <Override PartName="/ppt/notesSlides/notesSlide574.xml" ContentType="application/vnd.openxmlformats-officedocument.presentationml.notesSlide+xml"/>
  <Override PartName="/ppt/notesSlides/notesSlide575.xml" ContentType="application/vnd.openxmlformats-officedocument.presentationml.notesSlide+xml"/>
  <Override PartName="/ppt/notesSlides/notesSlide576.xml" ContentType="application/vnd.openxmlformats-officedocument.presentationml.notesSlide+xml"/>
  <Override PartName="/ppt/notesSlides/notesSlide577.xml" ContentType="application/vnd.openxmlformats-officedocument.presentationml.notesSlide+xml"/>
  <Override PartName="/ppt/notesSlides/notesSlide578.xml" ContentType="application/vnd.openxmlformats-officedocument.presentationml.notesSlide+xml"/>
  <Override PartName="/ppt/notesSlides/notesSlide579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80.xml" ContentType="application/vnd.openxmlformats-officedocument.presentationml.notesSlide+xml"/>
  <Override PartName="/ppt/notesSlides/notesSlide581.xml" ContentType="application/vnd.openxmlformats-officedocument.presentationml.notesSlide+xml"/>
  <Override PartName="/ppt/notesSlides/notesSlide582.xml" ContentType="application/vnd.openxmlformats-officedocument.presentationml.notesSlide+xml"/>
  <Override PartName="/ppt/notesSlides/notesSlide583.xml" ContentType="application/vnd.openxmlformats-officedocument.presentationml.notesSlide+xml"/>
  <Override PartName="/ppt/notesSlides/notesSlide584.xml" ContentType="application/vnd.openxmlformats-officedocument.presentationml.notesSlide+xml"/>
  <Override PartName="/ppt/notesSlides/notesSlide585.xml" ContentType="application/vnd.openxmlformats-officedocument.presentationml.notesSlide+xml"/>
  <Override PartName="/ppt/notesSlides/notesSlide586.xml" ContentType="application/vnd.openxmlformats-officedocument.presentationml.notesSlide+xml"/>
  <Override PartName="/ppt/notesSlides/notesSlide587.xml" ContentType="application/vnd.openxmlformats-officedocument.presentationml.notesSlide+xml"/>
  <Override PartName="/ppt/notesSlides/notesSlide588.xml" ContentType="application/vnd.openxmlformats-officedocument.presentationml.notesSlide+xml"/>
  <Override PartName="/ppt/notesSlides/notesSlide589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590.xml" ContentType="application/vnd.openxmlformats-officedocument.presentationml.notesSlide+xml"/>
  <Override PartName="/ppt/notesSlides/notesSlide591.xml" ContentType="application/vnd.openxmlformats-officedocument.presentationml.notesSlide+xml"/>
  <Override PartName="/ppt/notesSlides/notesSlide592.xml" ContentType="application/vnd.openxmlformats-officedocument.presentationml.notesSlide+xml"/>
  <Override PartName="/ppt/notesSlides/notesSlide593.xml" ContentType="application/vnd.openxmlformats-officedocument.presentationml.notesSlide+xml"/>
  <Override PartName="/ppt/notesSlides/notesSlide594.xml" ContentType="application/vnd.openxmlformats-officedocument.presentationml.notesSlide+xml"/>
  <Override PartName="/ppt/notesSlides/notesSlide595.xml" ContentType="application/vnd.openxmlformats-officedocument.presentationml.notesSlide+xml"/>
  <Override PartName="/ppt/notesSlides/notesSlide596.xml" ContentType="application/vnd.openxmlformats-officedocument.presentationml.notesSlide+xml"/>
  <Override PartName="/ppt/notesSlides/notesSlide597.xml" ContentType="application/vnd.openxmlformats-officedocument.presentationml.notesSlide+xml"/>
  <Override PartName="/ppt/notesSlides/notesSlide598.xml" ContentType="application/vnd.openxmlformats-officedocument.presentationml.notesSlide+xml"/>
  <Override PartName="/ppt/notesSlides/notesSlide59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00.xml" ContentType="application/vnd.openxmlformats-officedocument.presentationml.notesSlide+xml"/>
  <Override PartName="/ppt/notesSlides/notesSlide601.xml" ContentType="application/vnd.openxmlformats-officedocument.presentationml.notesSlide+xml"/>
  <Override PartName="/ppt/notesSlides/notesSlide602.xml" ContentType="application/vnd.openxmlformats-officedocument.presentationml.notesSlide+xml"/>
  <Override PartName="/ppt/notesSlides/notesSlide603.xml" ContentType="application/vnd.openxmlformats-officedocument.presentationml.notesSlide+xml"/>
  <Override PartName="/ppt/notesSlides/notesSlide604.xml" ContentType="application/vnd.openxmlformats-officedocument.presentationml.notesSlide+xml"/>
  <Override PartName="/ppt/notesSlides/notesSlide605.xml" ContentType="application/vnd.openxmlformats-officedocument.presentationml.notesSlide+xml"/>
  <Override PartName="/ppt/notesSlides/notesSlide606.xml" ContentType="application/vnd.openxmlformats-officedocument.presentationml.notesSlide+xml"/>
  <Override PartName="/ppt/notesSlides/notesSlide607.xml" ContentType="application/vnd.openxmlformats-officedocument.presentationml.notesSlide+xml"/>
  <Override PartName="/ppt/notesSlides/notesSlide608.xml" ContentType="application/vnd.openxmlformats-officedocument.presentationml.notesSlide+xml"/>
  <Override PartName="/ppt/notesSlides/notesSlide609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10.xml" ContentType="application/vnd.openxmlformats-officedocument.presentationml.notesSlide+xml"/>
  <Override PartName="/ppt/notesSlides/notesSlide611.xml" ContentType="application/vnd.openxmlformats-officedocument.presentationml.notesSlide+xml"/>
  <Override PartName="/ppt/notesSlides/notesSlide612.xml" ContentType="application/vnd.openxmlformats-officedocument.presentationml.notesSlide+xml"/>
  <Override PartName="/ppt/notesSlides/notesSlide613.xml" ContentType="application/vnd.openxmlformats-officedocument.presentationml.notesSlide+xml"/>
  <Override PartName="/ppt/notesSlides/notesSlide614.xml" ContentType="application/vnd.openxmlformats-officedocument.presentationml.notesSlide+xml"/>
  <Override PartName="/ppt/notesSlides/notesSlide615.xml" ContentType="application/vnd.openxmlformats-officedocument.presentationml.notesSlide+xml"/>
  <Override PartName="/ppt/notesSlides/notesSlide616.xml" ContentType="application/vnd.openxmlformats-officedocument.presentationml.notesSlide+xml"/>
  <Override PartName="/ppt/notesSlides/notesSlide617.xml" ContentType="application/vnd.openxmlformats-officedocument.presentationml.notesSlide+xml"/>
  <Override PartName="/ppt/notesSlides/notesSlide618.xml" ContentType="application/vnd.openxmlformats-officedocument.presentationml.notesSlide+xml"/>
  <Override PartName="/ppt/notesSlides/notesSlide619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20.xml" ContentType="application/vnd.openxmlformats-officedocument.presentationml.notesSlide+xml"/>
  <Override PartName="/ppt/notesSlides/notesSlide621.xml" ContentType="application/vnd.openxmlformats-officedocument.presentationml.notesSlide+xml"/>
  <Override PartName="/ppt/notesSlides/notesSlide622.xml" ContentType="application/vnd.openxmlformats-officedocument.presentationml.notesSlide+xml"/>
  <Override PartName="/ppt/notesSlides/notesSlide623.xml" ContentType="application/vnd.openxmlformats-officedocument.presentationml.notesSlide+xml"/>
  <Override PartName="/ppt/notesSlides/notesSlide624.xml" ContentType="application/vnd.openxmlformats-officedocument.presentationml.notesSlide+xml"/>
  <Override PartName="/ppt/notesSlides/notesSlide625.xml" ContentType="application/vnd.openxmlformats-officedocument.presentationml.notesSlide+xml"/>
  <Override PartName="/ppt/notesSlides/notesSlide626.xml" ContentType="application/vnd.openxmlformats-officedocument.presentationml.notesSlide+xml"/>
  <Override PartName="/ppt/notesSlides/notesSlide627.xml" ContentType="application/vnd.openxmlformats-officedocument.presentationml.notesSlide+xml"/>
  <Override PartName="/ppt/notesSlides/notesSlide628.xml" ContentType="application/vnd.openxmlformats-officedocument.presentationml.notesSlide+xml"/>
  <Override PartName="/ppt/notesSlides/notesSlide629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30.xml" ContentType="application/vnd.openxmlformats-officedocument.presentationml.notesSlide+xml"/>
  <Override PartName="/ppt/notesSlides/notesSlide631.xml" ContentType="application/vnd.openxmlformats-officedocument.presentationml.notesSlide+xml"/>
  <Override PartName="/ppt/notesSlides/notesSlide632.xml" ContentType="application/vnd.openxmlformats-officedocument.presentationml.notesSlide+xml"/>
  <Override PartName="/ppt/notesSlides/notesSlide633.xml" ContentType="application/vnd.openxmlformats-officedocument.presentationml.notesSlide+xml"/>
  <Override PartName="/ppt/notesSlides/notesSlide634.xml" ContentType="application/vnd.openxmlformats-officedocument.presentationml.notesSlide+xml"/>
  <Override PartName="/ppt/notesSlides/notesSlide635.xml" ContentType="application/vnd.openxmlformats-officedocument.presentationml.notesSlide+xml"/>
  <Override PartName="/ppt/notesSlides/notesSlide636.xml" ContentType="application/vnd.openxmlformats-officedocument.presentationml.notesSlide+xml"/>
  <Override PartName="/ppt/notesSlides/notesSlide637.xml" ContentType="application/vnd.openxmlformats-officedocument.presentationml.notesSlide+xml"/>
  <Override PartName="/ppt/notesSlides/notesSlide638.xml" ContentType="application/vnd.openxmlformats-officedocument.presentationml.notesSlide+xml"/>
  <Override PartName="/ppt/notesSlides/notesSlide639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40.xml" ContentType="application/vnd.openxmlformats-officedocument.presentationml.notesSlide+xml"/>
  <Override PartName="/ppt/notesSlides/notesSlide641.xml" ContentType="application/vnd.openxmlformats-officedocument.presentationml.notesSlide+xml"/>
  <Override PartName="/ppt/notesSlides/notesSlide642.xml" ContentType="application/vnd.openxmlformats-officedocument.presentationml.notesSlide+xml"/>
  <Override PartName="/ppt/notesSlides/notesSlide643.xml" ContentType="application/vnd.openxmlformats-officedocument.presentationml.notesSlide+xml"/>
  <Override PartName="/ppt/notesSlides/notesSlide644.xml" ContentType="application/vnd.openxmlformats-officedocument.presentationml.notesSlide+xml"/>
  <Override PartName="/ppt/notesSlides/notesSlide645.xml" ContentType="application/vnd.openxmlformats-officedocument.presentationml.notesSlide+xml"/>
  <Override PartName="/ppt/notesSlides/notesSlide646.xml" ContentType="application/vnd.openxmlformats-officedocument.presentationml.notesSlide+xml"/>
  <Override PartName="/ppt/notesSlides/notesSlide647.xml" ContentType="application/vnd.openxmlformats-officedocument.presentationml.notesSlide+xml"/>
  <Override PartName="/ppt/notesSlides/notesSlide648.xml" ContentType="application/vnd.openxmlformats-officedocument.presentationml.notesSlide+xml"/>
  <Override PartName="/ppt/notesSlides/notesSlide649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50.xml" ContentType="application/vnd.openxmlformats-officedocument.presentationml.notesSlide+xml"/>
  <Override PartName="/ppt/notesSlides/notesSlide651.xml" ContentType="application/vnd.openxmlformats-officedocument.presentationml.notesSlide+xml"/>
  <Override PartName="/ppt/notesSlides/notesSlide652.xml" ContentType="application/vnd.openxmlformats-officedocument.presentationml.notesSlide+xml"/>
  <Override PartName="/ppt/notesSlides/notesSlide653.xml" ContentType="application/vnd.openxmlformats-officedocument.presentationml.notesSlide+xml"/>
  <Override PartName="/ppt/notesSlides/notesSlide654.xml" ContentType="application/vnd.openxmlformats-officedocument.presentationml.notesSlide+xml"/>
  <Override PartName="/ppt/notesSlides/notesSlide655.xml" ContentType="application/vnd.openxmlformats-officedocument.presentationml.notesSlide+xml"/>
  <Override PartName="/ppt/notesSlides/notesSlide656.xml" ContentType="application/vnd.openxmlformats-officedocument.presentationml.notesSlide+xml"/>
  <Override PartName="/ppt/notesSlides/notesSlide657.xml" ContentType="application/vnd.openxmlformats-officedocument.presentationml.notesSlide+xml"/>
  <Override PartName="/ppt/notesSlides/notesSlide658.xml" ContentType="application/vnd.openxmlformats-officedocument.presentationml.notesSlide+xml"/>
  <Override PartName="/ppt/notesSlides/notesSlide659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60.xml" ContentType="application/vnd.openxmlformats-officedocument.presentationml.notesSlide+xml"/>
  <Override PartName="/ppt/notesSlides/notesSlide661.xml" ContentType="application/vnd.openxmlformats-officedocument.presentationml.notesSlide+xml"/>
  <Override PartName="/ppt/notesSlides/notesSlide662.xml" ContentType="application/vnd.openxmlformats-officedocument.presentationml.notesSlide+xml"/>
  <Override PartName="/ppt/notesSlides/notesSlide663.xml" ContentType="application/vnd.openxmlformats-officedocument.presentationml.notesSlide+xml"/>
  <Override PartName="/ppt/notesSlides/notesSlide664.xml" ContentType="application/vnd.openxmlformats-officedocument.presentationml.notesSlide+xml"/>
  <Override PartName="/ppt/notesSlides/notesSlide665.xml" ContentType="application/vnd.openxmlformats-officedocument.presentationml.notesSlide+xml"/>
  <Override PartName="/ppt/notesSlides/notesSlide666.xml" ContentType="application/vnd.openxmlformats-officedocument.presentationml.notesSlide+xml"/>
  <Override PartName="/ppt/notesSlides/notesSlide667.xml" ContentType="application/vnd.openxmlformats-officedocument.presentationml.notesSlide+xml"/>
  <Override PartName="/ppt/notesSlides/notesSlide668.xml" ContentType="application/vnd.openxmlformats-officedocument.presentationml.notesSlide+xml"/>
  <Override PartName="/ppt/notesSlides/notesSlide669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70.xml" ContentType="application/vnd.openxmlformats-officedocument.presentationml.notesSlide+xml"/>
  <Override PartName="/ppt/notesSlides/notesSlide671.xml" ContentType="application/vnd.openxmlformats-officedocument.presentationml.notesSlide+xml"/>
  <Override PartName="/ppt/notesSlides/notesSlide672.xml" ContentType="application/vnd.openxmlformats-officedocument.presentationml.notesSlide+xml"/>
  <Override PartName="/ppt/notesSlides/notesSlide673.xml" ContentType="application/vnd.openxmlformats-officedocument.presentationml.notesSlide+xml"/>
  <Override PartName="/ppt/notesSlides/notesSlide674.xml" ContentType="application/vnd.openxmlformats-officedocument.presentationml.notesSlide+xml"/>
  <Override PartName="/ppt/notesSlides/notesSlide675.xml" ContentType="application/vnd.openxmlformats-officedocument.presentationml.notesSlide+xml"/>
  <Override PartName="/ppt/notesSlides/notesSlide676.xml" ContentType="application/vnd.openxmlformats-officedocument.presentationml.notesSlide+xml"/>
  <Override PartName="/ppt/notesSlides/notesSlide677.xml" ContentType="application/vnd.openxmlformats-officedocument.presentationml.notesSlide+xml"/>
  <Override PartName="/ppt/notesSlides/notesSlide678.xml" ContentType="application/vnd.openxmlformats-officedocument.presentationml.notesSlide+xml"/>
  <Override PartName="/ppt/notesSlides/notesSlide679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80.xml" ContentType="application/vnd.openxmlformats-officedocument.presentationml.notesSlide+xml"/>
  <Override PartName="/ppt/notesSlides/notesSlide681.xml" ContentType="application/vnd.openxmlformats-officedocument.presentationml.notesSlide+xml"/>
  <Override PartName="/ppt/notesSlides/notesSlide682.xml" ContentType="application/vnd.openxmlformats-officedocument.presentationml.notesSlide+xml"/>
  <Override PartName="/ppt/notesSlides/notesSlide683.xml" ContentType="application/vnd.openxmlformats-officedocument.presentationml.notesSlide+xml"/>
  <Override PartName="/ppt/notesSlides/notesSlide684.xml" ContentType="application/vnd.openxmlformats-officedocument.presentationml.notesSlide+xml"/>
  <Override PartName="/ppt/notesSlides/notesSlide685.xml" ContentType="application/vnd.openxmlformats-officedocument.presentationml.notesSlide+xml"/>
  <Override PartName="/ppt/notesSlides/notesSlide686.xml" ContentType="application/vnd.openxmlformats-officedocument.presentationml.notesSlide+xml"/>
  <Override PartName="/ppt/notesSlides/notesSlide687.xml" ContentType="application/vnd.openxmlformats-officedocument.presentationml.notesSlide+xml"/>
  <Override PartName="/ppt/notesSlides/notesSlide688.xml" ContentType="application/vnd.openxmlformats-officedocument.presentationml.notesSlide+xml"/>
  <Override PartName="/ppt/notesSlides/notesSlide689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690.xml" ContentType="application/vnd.openxmlformats-officedocument.presentationml.notesSlide+xml"/>
  <Override PartName="/ppt/notesSlides/notesSlide691.xml" ContentType="application/vnd.openxmlformats-officedocument.presentationml.notesSlide+xml"/>
  <Override PartName="/ppt/notesSlides/notesSlide692.xml" ContentType="application/vnd.openxmlformats-officedocument.presentationml.notesSlide+xml"/>
  <Override PartName="/ppt/notesSlides/notesSlide693.xml" ContentType="application/vnd.openxmlformats-officedocument.presentationml.notesSlide+xml"/>
  <Override PartName="/ppt/notesSlides/notesSlide694.xml" ContentType="application/vnd.openxmlformats-officedocument.presentationml.notesSlide+xml"/>
  <Override PartName="/ppt/notesSlides/notesSlide695.xml" ContentType="application/vnd.openxmlformats-officedocument.presentationml.notesSlide+xml"/>
  <Override PartName="/ppt/notesSlides/notesSlide696.xml" ContentType="application/vnd.openxmlformats-officedocument.presentationml.notesSlide+xml"/>
  <Override PartName="/ppt/notesSlides/notesSlide697.xml" ContentType="application/vnd.openxmlformats-officedocument.presentationml.notesSlide+xml"/>
  <Override PartName="/ppt/notesSlides/notesSlide698.xml" ContentType="application/vnd.openxmlformats-officedocument.presentationml.notesSlide+xml"/>
  <Override PartName="/ppt/notesSlides/notesSlide69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00.xml" ContentType="application/vnd.openxmlformats-officedocument.presentationml.notesSlide+xml"/>
  <Override PartName="/ppt/notesSlides/notesSlide701.xml" ContentType="application/vnd.openxmlformats-officedocument.presentationml.notesSlide+xml"/>
  <Override PartName="/ppt/notesSlides/notesSlide702.xml" ContentType="application/vnd.openxmlformats-officedocument.presentationml.notesSlide+xml"/>
  <Override PartName="/ppt/notesSlides/notesSlide703.xml" ContentType="application/vnd.openxmlformats-officedocument.presentationml.notesSlide+xml"/>
  <Override PartName="/ppt/notesSlides/notesSlide704.xml" ContentType="application/vnd.openxmlformats-officedocument.presentationml.notesSlide+xml"/>
  <Override PartName="/ppt/notesSlides/notesSlide705.xml" ContentType="application/vnd.openxmlformats-officedocument.presentationml.notesSlide+xml"/>
  <Override PartName="/ppt/notesSlides/notesSlide706.xml" ContentType="application/vnd.openxmlformats-officedocument.presentationml.notesSlide+xml"/>
  <Override PartName="/ppt/notesSlides/notesSlide707.xml" ContentType="application/vnd.openxmlformats-officedocument.presentationml.notesSlide+xml"/>
  <Override PartName="/ppt/notesSlides/notesSlide708.xml" ContentType="application/vnd.openxmlformats-officedocument.presentationml.notesSlide+xml"/>
  <Override PartName="/ppt/notesSlides/notesSlide709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10.xml" ContentType="application/vnd.openxmlformats-officedocument.presentationml.notesSlide+xml"/>
  <Override PartName="/ppt/notesSlides/notesSlide711.xml" ContentType="application/vnd.openxmlformats-officedocument.presentationml.notesSlide+xml"/>
  <Override PartName="/ppt/notesSlides/notesSlide712.xml" ContentType="application/vnd.openxmlformats-officedocument.presentationml.notesSlide+xml"/>
  <Override PartName="/ppt/notesSlides/notesSlide713.xml" ContentType="application/vnd.openxmlformats-officedocument.presentationml.notesSlide+xml"/>
  <Override PartName="/ppt/notesSlides/notesSlide714.xml" ContentType="application/vnd.openxmlformats-officedocument.presentationml.notesSlide+xml"/>
  <Override PartName="/ppt/notesSlides/notesSlide715.xml" ContentType="application/vnd.openxmlformats-officedocument.presentationml.notesSlide+xml"/>
  <Override PartName="/ppt/notesSlides/notesSlide716.xml" ContentType="application/vnd.openxmlformats-officedocument.presentationml.notesSlide+xml"/>
  <Override PartName="/ppt/notesSlides/notesSlide717.xml" ContentType="application/vnd.openxmlformats-officedocument.presentationml.notesSlide+xml"/>
  <Override PartName="/ppt/notesSlides/notesSlide718.xml" ContentType="application/vnd.openxmlformats-officedocument.presentationml.notesSlide+xml"/>
  <Override PartName="/ppt/notesSlides/notesSlide719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20.xml" ContentType="application/vnd.openxmlformats-officedocument.presentationml.notesSlide+xml"/>
  <Override PartName="/ppt/notesSlides/notesSlide721.xml" ContentType="application/vnd.openxmlformats-officedocument.presentationml.notesSlide+xml"/>
  <Override PartName="/ppt/notesSlides/notesSlide722.xml" ContentType="application/vnd.openxmlformats-officedocument.presentationml.notesSlide+xml"/>
  <Override PartName="/ppt/notesSlides/notesSlide723.xml" ContentType="application/vnd.openxmlformats-officedocument.presentationml.notesSlide+xml"/>
  <Override PartName="/ppt/notesSlides/notesSlide724.xml" ContentType="application/vnd.openxmlformats-officedocument.presentationml.notesSlide+xml"/>
  <Override PartName="/ppt/notesSlides/notesSlide725.xml" ContentType="application/vnd.openxmlformats-officedocument.presentationml.notesSlide+xml"/>
  <Override PartName="/ppt/notesSlides/notesSlide726.xml" ContentType="application/vnd.openxmlformats-officedocument.presentationml.notesSlide+xml"/>
  <Override PartName="/ppt/notesSlides/notesSlide727.xml" ContentType="application/vnd.openxmlformats-officedocument.presentationml.notesSlide+xml"/>
  <Override PartName="/ppt/notesSlides/notesSlide728.xml" ContentType="application/vnd.openxmlformats-officedocument.presentationml.notesSlide+xml"/>
  <Override PartName="/ppt/notesSlides/notesSlide729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30.xml" ContentType="application/vnd.openxmlformats-officedocument.presentationml.notesSlide+xml"/>
  <Override PartName="/ppt/notesSlides/notesSlide731.xml" ContentType="application/vnd.openxmlformats-officedocument.presentationml.notesSlide+xml"/>
  <Override PartName="/ppt/notesSlides/notesSlide732.xml" ContentType="application/vnd.openxmlformats-officedocument.presentationml.notesSlide+xml"/>
  <Override PartName="/ppt/notesSlides/notesSlide733.xml" ContentType="application/vnd.openxmlformats-officedocument.presentationml.notesSlide+xml"/>
  <Override PartName="/ppt/notesSlides/notesSlide734.xml" ContentType="application/vnd.openxmlformats-officedocument.presentationml.notesSlide+xml"/>
  <Override PartName="/ppt/notesSlides/notesSlide735.xml" ContentType="application/vnd.openxmlformats-officedocument.presentationml.notesSlide+xml"/>
  <Override PartName="/ppt/notesSlides/notesSlide736.xml" ContentType="application/vnd.openxmlformats-officedocument.presentationml.notesSlide+xml"/>
  <Override PartName="/ppt/notesSlides/notesSlide737.xml" ContentType="application/vnd.openxmlformats-officedocument.presentationml.notesSlide+xml"/>
  <Override PartName="/ppt/notesSlides/notesSlide738.xml" ContentType="application/vnd.openxmlformats-officedocument.presentationml.notesSlide+xml"/>
  <Override PartName="/ppt/notesSlides/notesSlide739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40.xml" ContentType="application/vnd.openxmlformats-officedocument.presentationml.notesSlide+xml"/>
  <Override PartName="/ppt/notesSlides/notesSlide741.xml" ContentType="application/vnd.openxmlformats-officedocument.presentationml.notesSlide+xml"/>
  <Override PartName="/ppt/notesSlides/notesSlide742.xml" ContentType="application/vnd.openxmlformats-officedocument.presentationml.notesSlide+xml"/>
  <Override PartName="/ppt/notesSlides/notesSlide743.xml" ContentType="application/vnd.openxmlformats-officedocument.presentationml.notesSlide+xml"/>
  <Override PartName="/ppt/notesSlides/notesSlide744.xml" ContentType="application/vnd.openxmlformats-officedocument.presentationml.notesSlide+xml"/>
  <Override PartName="/ppt/notesSlides/notesSlide745.xml" ContentType="application/vnd.openxmlformats-officedocument.presentationml.notesSlide+xml"/>
  <Override PartName="/ppt/notesSlides/notesSlide746.xml" ContentType="application/vnd.openxmlformats-officedocument.presentationml.notesSlide+xml"/>
  <Override PartName="/ppt/notesSlides/notesSlide747.xml" ContentType="application/vnd.openxmlformats-officedocument.presentationml.notesSlide+xml"/>
  <Override PartName="/ppt/notesSlides/notesSlide748.xml" ContentType="application/vnd.openxmlformats-officedocument.presentationml.notesSlide+xml"/>
  <Override PartName="/ppt/notesSlides/notesSlide749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50.xml" ContentType="application/vnd.openxmlformats-officedocument.presentationml.notesSlide+xml"/>
  <Override PartName="/ppt/notesSlides/notesSlide751.xml" ContentType="application/vnd.openxmlformats-officedocument.presentationml.notesSlide+xml"/>
  <Override PartName="/ppt/notesSlides/notesSlide752.xml" ContentType="application/vnd.openxmlformats-officedocument.presentationml.notesSlide+xml"/>
  <Override PartName="/ppt/notesSlides/notesSlide753.xml" ContentType="application/vnd.openxmlformats-officedocument.presentationml.notesSlide+xml"/>
  <Override PartName="/ppt/notesSlides/notesSlide754.xml" ContentType="application/vnd.openxmlformats-officedocument.presentationml.notesSlide+xml"/>
  <Override PartName="/ppt/notesSlides/notesSlide755.xml" ContentType="application/vnd.openxmlformats-officedocument.presentationml.notesSlide+xml"/>
  <Override PartName="/ppt/notesSlides/notesSlide756.xml" ContentType="application/vnd.openxmlformats-officedocument.presentationml.notesSlide+xml"/>
  <Override PartName="/ppt/notesSlides/notesSlide757.xml" ContentType="application/vnd.openxmlformats-officedocument.presentationml.notesSlide+xml"/>
  <Override PartName="/ppt/notesSlides/notesSlide758.xml" ContentType="application/vnd.openxmlformats-officedocument.presentationml.notesSlide+xml"/>
  <Override PartName="/ppt/notesSlides/notesSlide759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60.xml" ContentType="application/vnd.openxmlformats-officedocument.presentationml.notesSlide+xml"/>
  <Override PartName="/ppt/notesSlides/notesSlide761.xml" ContentType="application/vnd.openxmlformats-officedocument.presentationml.notesSlide+xml"/>
  <Override PartName="/ppt/notesSlides/notesSlide762.xml" ContentType="application/vnd.openxmlformats-officedocument.presentationml.notesSlide+xml"/>
  <Override PartName="/ppt/notesSlides/notesSlide763.xml" ContentType="application/vnd.openxmlformats-officedocument.presentationml.notesSlide+xml"/>
  <Override PartName="/ppt/notesSlides/notesSlide764.xml" ContentType="application/vnd.openxmlformats-officedocument.presentationml.notesSlide+xml"/>
  <Override PartName="/ppt/notesSlides/notesSlide765.xml" ContentType="application/vnd.openxmlformats-officedocument.presentationml.notesSlide+xml"/>
  <Override PartName="/ppt/notesSlides/notesSlide766.xml" ContentType="application/vnd.openxmlformats-officedocument.presentationml.notesSlide+xml"/>
  <Override PartName="/ppt/notesSlides/notesSlide767.xml" ContentType="application/vnd.openxmlformats-officedocument.presentationml.notesSlide+xml"/>
  <Override PartName="/ppt/notesSlides/notesSlide768.xml" ContentType="application/vnd.openxmlformats-officedocument.presentationml.notesSlide+xml"/>
  <Override PartName="/ppt/notesSlides/notesSlide769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70.xml" ContentType="application/vnd.openxmlformats-officedocument.presentationml.notesSlide+xml"/>
  <Override PartName="/ppt/notesSlides/notesSlide771.xml" ContentType="application/vnd.openxmlformats-officedocument.presentationml.notesSlide+xml"/>
  <Override PartName="/ppt/notesSlides/notesSlide772.xml" ContentType="application/vnd.openxmlformats-officedocument.presentationml.notesSlide+xml"/>
  <Override PartName="/ppt/notesSlides/notesSlide773.xml" ContentType="application/vnd.openxmlformats-officedocument.presentationml.notesSlide+xml"/>
  <Override PartName="/ppt/notesSlides/notesSlide774.xml" ContentType="application/vnd.openxmlformats-officedocument.presentationml.notesSlide+xml"/>
  <Override PartName="/ppt/notesSlides/notesSlide775.xml" ContentType="application/vnd.openxmlformats-officedocument.presentationml.notesSlide+xml"/>
  <Override PartName="/ppt/notesSlides/notesSlide776.xml" ContentType="application/vnd.openxmlformats-officedocument.presentationml.notesSlide+xml"/>
  <Override PartName="/ppt/notesSlides/notesSlide777.xml" ContentType="application/vnd.openxmlformats-officedocument.presentationml.notesSlide+xml"/>
  <Override PartName="/ppt/notesSlides/notesSlide778.xml" ContentType="application/vnd.openxmlformats-officedocument.presentationml.notesSlide+xml"/>
  <Override PartName="/ppt/notesSlides/notesSlide779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80.xml" ContentType="application/vnd.openxmlformats-officedocument.presentationml.notesSlide+xml"/>
  <Override PartName="/ppt/notesSlides/notesSlide781.xml" ContentType="application/vnd.openxmlformats-officedocument.presentationml.notesSlide+xml"/>
  <Override PartName="/ppt/notesSlides/notesSlide782.xml" ContentType="application/vnd.openxmlformats-officedocument.presentationml.notesSlide+xml"/>
  <Override PartName="/ppt/notesSlides/notesSlide783.xml" ContentType="application/vnd.openxmlformats-officedocument.presentationml.notesSlide+xml"/>
  <Override PartName="/ppt/notesSlides/notesSlide784.xml" ContentType="application/vnd.openxmlformats-officedocument.presentationml.notesSlide+xml"/>
  <Override PartName="/ppt/notesSlides/notesSlide785.xml" ContentType="application/vnd.openxmlformats-officedocument.presentationml.notesSlide+xml"/>
  <Override PartName="/ppt/notesSlides/notesSlide786.xml" ContentType="application/vnd.openxmlformats-officedocument.presentationml.notesSlide+xml"/>
  <Override PartName="/ppt/notesSlides/notesSlide787.xml" ContentType="application/vnd.openxmlformats-officedocument.presentationml.notesSlide+xml"/>
  <Override PartName="/ppt/notesSlides/notesSlide788.xml" ContentType="application/vnd.openxmlformats-officedocument.presentationml.notesSlide+xml"/>
  <Override PartName="/ppt/notesSlides/notesSlide789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790.xml" ContentType="application/vnd.openxmlformats-officedocument.presentationml.notesSlide+xml"/>
  <Override PartName="/ppt/notesSlides/notesSlide791.xml" ContentType="application/vnd.openxmlformats-officedocument.presentationml.notesSlide+xml"/>
  <Override PartName="/ppt/notesSlides/notesSlide792.xml" ContentType="application/vnd.openxmlformats-officedocument.presentationml.notesSlide+xml"/>
  <Override PartName="/ppt/notesSlides/notesSlide793.xml" ContentType="application/vnd.openxmlformats-officedocument.presentationml.notesSlide+xml"/>
  <Override PartName="/ppt/notesSlides/notesSlide794.xml" ContentType="application/vnd.openxmlformats-officedocument.presentationml.notesSlide+xml"/>
  <Override PartName="/ppt/notesSlides/notesSlide795.xml" ContentType="application/vnd.openxmlformats-officedocument.presentationml.notesSlide+xml"/>
  <Override PartName="/ppt/notesSlides/notesSlide796.xml" ContentType="application/vnd.openxmlformats-officedocument.presentationml.notesSlide+xml"/>
  <Override PartName="/ppt/notesSlides/notesSlide797.xml" ContentType="application/vnd.openxmlformats-officedocument.presentationml.notesSlide+xml"/>
  <Override PartName="/ppt/notesSlides/notesSlide798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57.xml" ContentType="application/vnd.openxmlformats-officedocument.presentationml.slide+xml"/>
  <Override PartName="/ppt/slides/slide558.xml" ContentType="application/vnd.openxmlformats-officedocument.presentationml.slide+xml"/>
  <Override PartName="/ppt/slides/slide559.xml" ContentType="application/vnd.openxmlformats-officedocument.presentationml.slide+xml"/>
  <Override PartName="/ppt/slides/slide56.xml" ContentType="application/vnd.openxmlformats-officedocument.presentationml.slide+xml"/>
  <Override PartName="/ppt/slides/slide560.xml" ContentType="application/vnd.openxmlformats-officedocument.presentationml.slide+xml"/>
  <Override PartName="/ppt/slides/slide561.xml" ContentType="application/vnd.openxmlformats-officedocument.presentationml.slide+xml"/>
  <Override PartName="/ppt/slides/slide562.xml" ContentType="application/vnd.openxmlformats-officedocument.presentationml.slide+xml"/>
  <Override PartName="/ppt/slides/slide563.xml" ContentType="application/vnd.openxmlformats-officedocument.presentationml.slide+xml"/>
  <Override PartName="/ppt/slides/slide564.xml" ContentType="application/vnd.openxmlformats-officedocument.presentationml.slide+xml"/>
  <Override PartName="/ppt/slides/slide565.xml" ContentType="application/vnd.openxmlformats-officedocument.presentationml.slide+xml"/>
  <Override PartName="/ppt/slides/slide566.xml" ContentType="application/vnd.openxmlformats-officedocument.presentationml.slide+xml"/>
  <Override PartName="/ppt/slides/slide567.xml" ContentType="application/vnd.openxmlformats-officedocument.presentationml.slide+xml"/>
  <Override PartName="/ppt/slides/slide568.xml" ContentType="application/vnd.openxmlformats-officedocument.presentationml.slide+xml"/>
  <Override PartName="/ppt/slides/slide569.xml" ContentType="application/vnd.openxmlformats-officedocument.presentationml.slide+xml"/>
  <Override PartName="/ppt/slides/slide57.xml" ContentType="application/vnd.openxmlformats-officedocument.presentationml.slide+xml"/>
  <Override PartName="/ppt/slides/slide570.xml" ContentType="application/vnd.openxmlformats-officedocument.presentationml.slide+xml"/>
  <Override PartName="/ppt/slides/slide571.xml" ContentType="application/vnd.openxmlformats-officedocument.presentationml.slide+xml"/>
  <Override PartName="/ppt/slides/slide572.xml" ContentType="application/vnd.openxmlformats-officedocument.presentationml.slide+xml"/>
  <Override PartName="/ppt/slides/slide573.xml" ContentType="application/vnd.openxmlformats-officedocument.presentationml.slide+xml"/>
  <Override PartName="/ppt/slides/slide574.xml" ContentType="application/vnd.openxmlformats-officedocument.presentationml.slide+xml"/>
  <Override PartName="/ppt/slides/slide575.xml" ContentType="application/vnd.openxmlformats-officedocument.presentationml.slide+xml"/>
  <Override PartName="/ppt/slides/slide576.xml" ContentType="application/vnd.openxmlformats-officedocument.presentationml.slide+xml"/>
  <Override PartName="/ppt/slides/slide577.xml" ContentType="application/vnd.openxmlformats-officedocument.presentationml.slide+xml"/>
  <Override PartName="/ppt/slides/slide578.xml" ContentType="application/vnd.openxmlformats-officedocument.presentationml.slide+xml"/>
  <Override PartName="/ppt/slides/slide579.xml" ContentType="application/vnd.openxmlformats-officedocument.presentationml.slide+xml"/>
  <Override PartName="/ppt/slides/slide58.xml" ContentType="application/vnd.openxmlformats-officedocument.presentationml.slide+xml"/>
  <Override PartName="/ppt/slides/slide580.xml" ContentType="application/vnd.openxmlformats-officedocument.presentationml.slide+xml"/>
  <Override PartName="/ppt/slides/slide581.xml" ContentType="application/vnd.openxmlformats-officedocument.presentationml.slide+xml"/>
  <Override PartName="/ppt/slides/slide582.xml" ContentType="application/vnd.openxmlformats-officedocument.presentationml.slide+xml"/>
  <Override PartName="/ppt/slides/slide583.xml" ContentType="application/vnd.openxmlformats-officedocument.presentationml.slide+xml"/>
  <Override PartName="/ppt/slides/slide584.xml" ContentType="application/vnd.openxmlformats-officedocument.presentationml.slide+xml"/>
  <Override PartName="/ppt/slides/slide585.xml" ContentType="application/vnd.openxmlformats-officedocument.presentationml.slide+xml"/>
  <Override PartName="/ppt/slides/slide586.xml" ContentType="application/vnd.openxmlformats-officedocument.presentationml.slide+xml"/>
  <Override PartName="/ppt/slides/slide587.xml" ContentType="application/vnd.openxmlformats-officedocument.presentationml.slide+xml"/>
  <Override PartName="/ppt/slides/slide588.xml" ContentType="application/vnd.openxmlformats-officedocument.presentationml.slide+xml"/>
  <Override PartName="/ppt/slides/slide589.xml" ContentType="application/vnd.openxmlformats-officedocument.presentationml.slide+xml"/>
  <Override PartName="/ppt/slides/slide59.xml" ContentType="application/vnd.openxmlformats-officedocument.presentationml.slide+xml"/>
  <Override PartName="/ppt/slides/slide590.xml" ContentType="application/vnd.openxmlformats-officedocument.presentationml.slide+xml"/>
  <Override PartName="/ppt/slides/slide591.xml" ContentType="application/vnd.openxmlformats-officedocument.presentationml.slide+xml"/>
  <Override PartName="/ppt/slides/slide592.xml" ContentType="application/vnd.openxmlformats-officedocument.presentationml.slide+xml"/>
  <Override PartName="/ppt/slides/slide593.xml" ContentType="application/vnd.openxmlformats-officedocument.presentationml.slide+xml"/>
  <Override PartName="/ppt/slides/slide594.xml" ContentType="application/vnd.openxmlformats-officedocument.presentationml.slide+xml"/>
  <Override PartName="/ppt/slides/slide595.xml" ContentType="application/vnd.openxmlformats-officedocument.presentationml.slide+xml"/>
  <Override PartName="/ppt/slides/slide596.xml" ContentType="application/vnd.openxmlformats-officedocument.presentationml.slide+xml"/>
  <Override PartName="/ppt/slides/slide597.xml" ContentType="application/vnd.openxmlformats-officedocument.presentationml.slide+xml"/>
  <Override PartName="/ppt/slides/slide598.xml" ContentType="application/vnd.openxmlformats-officedocument.presentationml.slide+xml"/>
  <Override PartName="/ppt/slides/slide59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00.xml" ContentType="application/vnd.openxmlformats-officedocument.presentationml.slide+xml"/>
  <Override PartName="/ppt/slides/slide601.xml" ContentType="application/vnd.openxmlformats-officedocument.presentationml.slide+xml"/>
  <Override PartName="/ppt/slides/slide602.xml" ContentType="application/vnd.openxmlformats-officedocument.presentationml.slide+xml"/>
  <Override PartName="/ppt/slides/slide603.xml" ContentType="application/vnd.openxmlformats-officedocument.presentationml.slide+xml"/>
  <Override PartName="/ppt/slides/slide604.xml" ContentType="application/vnd.openxmlformats-officedocument.presentationml.slide+xml"/>
  <Override PartName="/ppt/slides/slide605.xml" ContentType="application/vnd.openxmlformats-officedocument.presentationml.slide+xml"/>
  <Override PartName="/ppt/slides/slide606.xml" ContentType="application/vnd.openxmlformats-officedocument.presentationml.slide+xml"/>
  <Override PartName="/ppt/slides/slide607.xml" ContentType="application/vnd.openxmlformats-officedocument.presentationml.slide+xml"/>
  <Override PartName="/ppt/slides/slide608.xml" ContentType="application/vnd.openxmlformats-officedocument.presentationml.slide+xml"/>
  <Override PartName="/ppt/slides/slide609.xml" ContentType="application/vnd.openxmlformats-officedocument.presentationml.slide+xml"/>
  <Override PartName="/ppt/slides/slide61.xml" ContentType="application/vnd.openxmlformats-officedocument.presentationml.slide+xml"/>
  <Override PartName="/ppt/slides/slide610.xml" ContentType="application/vnd.openxmlformats-officedocument.presentationml.slide+xml"/>
  <Override PartName="/ppt/slides/slide611.xml" ContentType="application/vnd.openxmlformats-officedocument.presentationml.slide+xml"/>
  <Override PartName="/ppt/slides/slide612.xml" ContentType="application/vnd.openxmlformats-officedocument.presentationml.slide+xml"/>
  <Override PartName="/ppt/slides/slide613.xml" ContentType="application/vnd.openxmlformats-officedocument.presentationml.slide+xml"/>
  <Override PartName="/ppt/slides/slide614.xml" ContentType="application/vnd.openxmlformats-officedocument.presentationml.slide+xml"/>
  <Override PartName="/ppt/slides/slide615.xml" ContentType="application/vnd.openxmlformats-officedocument.presentationml.slide+xml"/>
  <Override PartName="/ppt/slides/slide616.xml" ContentType="application/vnd.openxmlformats-officedocument.presentationml.slide+xml"/>
  <Override PartName="/ppt/slides/slide617.xml" ContentType="application/vnd.openxmlformats-officedocument.presentationml.slide+xml"/>
  <Override PartName="/ppt/slides/slide618.xml" ContentType="application/vnd.openxmlformats-officedocument.presentationml.slide+xml"/>
  <Override PartName="/ppt/slides/slide619.xml" ContentType="application/vnd.openxmlformats-officedocument.presentationml.slide+xml"/>
  <Override PartName="/ppt/slides/slide62.xml" ContentType="application/vnd.openxmlformats-officedocument.presentationml.slide+xml"/>
  <Override PartName="/ppt/slides/slide620.xml" ContentType="application/vnd.openxmlformats-officedocument.presentationml.slide+xml"/>
  <Override PartName="/ppt/slides/slide621.xml" ContentType="application/vnd.openxmlformats-officedocument.presentationml.slide+xml"/>
  <Override PartName="/ppt/slides/slide622.xml" ContentType="application/vnd.openxmlformats-officedocument.presentationml.slide+xml"/>
  <Override PartName="/ppt/slides/slide623.xml" ContentType="application/vnd.openxmlformats-officedocument.presentationml.slide+xml"/>
  <Override PartName="/ppt/slides/slide624.xml" ContentType="application/vnd.openxmlformats-officedocument.presentationml.slide+xml"/>
  <Override PartName="/ppt/slides/slide625.xml" ContentType="application/vnd.openxmlformats-officedocument.presentationml.slide+xml"/>
  <Override PartName="/ppt/slides/slide626.xml" ContentType="application/vnd.openxmlformats-officedocument.presentationml.slide+xml"/>
  <Override PartName="/ppt/slides/slide627.xml" ContentType="application/vnd.openxmlformats-officedocument.presentationml.slide+xml"/>
  <Override PartName="/ppt/slides/slide628.xml" ContentType="application/vnd.openxmlformats-officedocument.presentationml.slide+xml"/>
  <Override PartName="/ppt/slides/slide629.xml" ContentType="application/vnd.openxmlformats-officedocument.presentationml.slide+xml"/>
  <Override PartName="/ppt/slides/slide63.xml" ContentType="application/vnd.openxmlformats-officedocument.presentationml.slide+xml"/>
  <Override PartName="/ppt/slides/slide630.xml" ContentType="application/vnd.openxmlformats-officedocument.presentationml.slide+xml"/>
  <Override PartName="/ppt/slides/slide631.xml" ContentType="application/vnd.openxmlformats-officedocument.presentationml.slide+xml"/>
  <Override PartName="/ppt/slides/slide632.xml" ContentType="application/vnd.openxmlformats-officedocument.presentationml.slide+xml"/>
  <Override PartName="/ppt/slides/slide633.xml" ContentType="application/vnd.openxmlformats-officedocument.presentationml.slide+xml"/>
  <Override PartName="/ppt/slides/slide634.xml" ContentType="application/vnd.openxmlformats-officedocument.presentationml.slide+xml"/>
  <Override PartName="/ppt/slides/slide635.xml" ContentType="application/vnd.openxmlformats-officedocument.presentationml.slide+xml"/>
  <Override PartName="/ppt/slides/slide636.xml" ContentType="application/vnd.openxmlformats-officedocument.presentationml.slide+xml"/>
  <Override PartName="/ppt/slides/slide637.xml" ContentType="application/vnd.openxmlformats-officedocument.presentationml.slide+xml"/>
  <Override PartName="/ppt/slides/slide638.xml" ContentType="application/vnd.openxmlformats-officedocument.presentationml.slide+xml"/>
  <Override PartName="/ppt/slides/slide639.xml" ContentType="application/vnd.openxmlformats-officedocument.presentationml.slide+xml"/>
  <Override PartName="/ppt/slides/slide64.xml" ContentType="application/vnd.openxmlformats-officedocument.presentationml.slide+xml"/>
  <Override PartName="/ppt/slides/slide640.xml" ContentType="application/vnd.openxmlformats-officedocument.presentationml.slide+xml"/>
  <Override PartName="/ppt/slides/slide641.xml" ContentType="application/vnd.openxmlformats-officedocument.presentationml.slide+xml"/>
  <Override PartName="/ppt/slides/slide642.xml" ContentType="application/vnd.openxmlformats-officedocument.presentationml.slide+xml"/>
  <Override PartName="/ppt/slides/slide643.xml" ContentType="application/vnd.openxmlformats-officedocument.presentationml.slide+xml"/>
  <Override PartName="/ppt/slides/slide644.xml" ContentType="application/vnd.openxmlformats-officedocument.presentationml.slide+xml"/>
  <Override PartName="/ppt/slides/slide645.xml" ContentType="application/vnd.openxmlformats-officedocument.presentationml.slide+xml"/>
  <Override PartName="/ppt/slides/slide646.xml" ContentType="application/vnd.openxmlformats-officedocument.presentationml.slide+xml"/>
  <Override PartName="/ppt/slides/slide647.xml" ContentType="application/vnd.openxmlformats-officedocument.presentationml.slide+xml"/>
  <Override PartName="/ppt/slides/slide648.xml" ContentType="application/vnd.openxmlformats-officedocument.presentationml.slide+xml"/>
  <Override PartName="/ppt/slides/slide649.xml" ContentType="application/vnd.openxmlformats-officedocument.presentationml.slide+xml"/>
  <Override PartName="/ppt/slides/slide65.xml" ContentType="application/vnd.openxmlformats-officedocument.presentationml.slide+xml"/>
  <Override PartName="/ppt/slides/slide650.xml" ContentType="application/vnd.openxmlformats-officedocument.presentationml.slide+xml"/>
  <Override PartName="/ppt/slides/slide651.xml" ContentType="application/vnd.openxmlformats-officedocument.presentationml.slide+xml"/>
  <Override PartName="/ppt/slides/slide652.xml" ContentType="application/vnd.openxmlformats-officedocument.presentationml.slide+xml"/>
  <Override PartName="/ppt/slides/slide653.xml" ContentType="application/vnd.openxmlformats-officedocument.presentationml.slide+xml"/>
  <Override PartName="/ppt/slides/slide654.xml" ContentType="application/vnd.openxmlformats-officedocument.presentationml.slide+xml"/>
  <Override PartName="/ppt/slides/slide655.xml" ContentType="application/vnd.openxmlformats-officedocument.presentationml.slide+xml"/>
  <Override PartName="/ppt/slides/slide656.xml" ContentType="application/vnd.openxmlformats-officedocument.presentationml.slide+xml"/>
  <Override PartName="/ppt/slides/slide657.xml" ContentType="application/vnd.openxmlformats-officedocument.presentationml.slide+xml"/>
  <Override PartName="/ppt/slides/slide658.xml" ContentType="application/vnd.openxmlformats-officedocument.presentationml.slide+xml"/>
  <Override PartName="/ppt/slides/slide659.xml" ContentType="application/vnd.openxmlformats-officedocument.presentationml.slide+xml"/>
  <Override PartName="/ppt/slides/slide66.xml" ContentType="application/vnd.openxmlformats-officedocument.presentationml.slide+xml"/>
  <Override PartName="/ppt/slides/slide660.xml" ContentType="application/vnd.openxmlformats-officedocument.presentationml.slide+xml"/>
  <Override PartName="/ppt/slides/slide661.xml" ContentType="application/vnd.openxmlformats-officedocument.presentationml.slide+xml"/>
  <Override PartName="/ppt/slides/slide662.xml" ContentType="application/vnd.openxmlformats-officedocument.presentationml.slide+xml"/>
  <Override PartName="/ppt/slides/slide663.xml" ContentType="application/vnd.openxmlformats-officedocument.presentationml.slide+xml"/>
  <Override PartName="/ppt/slides/slide664.xml" ContentType="application/vnd.openxmlformats-officedocument.presentationml.slide+xml"/>
  <Override PartName="/ppt/slides/slide665.xml" ContentType="application/vnd.openxmlformats-officedocument.presentationml.slide+xml"/>
  <Override PartName="/ppt/slides/slide666.xml" ContentType="application/vnd.openxmlformats-officedocument.presentationml.slide+xml"/>
  <Override PartName="/ppt/slides/slide667.xml" ContentType="application/vnd.openxmlformats-officedocument.presentationml.slide+xml"/>
  <Override PartName="/ppt/slides/slide668.xml" ContentType="application/vnd.openxmlformats-officedocument.presentationml.slide+xml"/>
  <Override PartName="/ppt/slides/slide669.xml" ContentType="application/vnd.openxmlformats-officedocument.presentationml.slide+xml"/>
  <Override PartName="/ppt/slides/slide67.xml" ContentType="application/vnd.openxmlformats-officedocument.presentationml.slide+xml"/>
  <Override PartName="/ppt/slides/slide670.xml" ContentType="application/vnd.openxmlformats-officedocument.presentationml.slide+xml"/>
  <Override PartName="/ppt/slides/slide671.xml" ContentType="application/vnd.openxmlformats-officedocument.presentationml.slide+xml"/>
  <Override PartName="/ppt/slides/slide672.xml" ContentType="application/vnd.openxmlformats-officedocument.presentationml.slide+xml"/>
  <Override PartName="/ppt/slides/slide673.xml" ContentType="application/vnd.openxmlformats-officedocument.presentationml.slide+xml"/>
  <Override PartName="/ppt/slides/slide674.xml" ContentType="application/vnd.openxmlformats-officedocument.presentationml.slide+xml"/>
  <Override PartName="/ppt/slides/slide675.xml" ContentType="application/vnd.openxmlformats-officedocument.presentationml.slide+xml"/>
  <Override PartName="/ppt/slides/slide676.xml" ContentType="application/vnd.openxmlformats-officedocument.presentationml.slide+xml"/>
  <Override PartName="/ppt/slides/slide677.xml" ContentType="application/vnd.openxmlformats-officedocument.presentationml.slide+xml"/>
  <Override PartName="/ppt/slides/slide678.xml" ContentType="application/vnd.openxmlformats-officedocument.presentationml.slide+xml"/>
  <Override PartName="/ppt/slides/slide679.xml" ContentType="application/vnd.openxmlformats-officedocument.presentationml.slide+xml"/>
  <Override PartName="/ppt/slides/slide68.xml" ContentType="application/vnd.openxmlformats-officedocument.presentationml.slide+xml"/>
  <Override PartName="/ppt/slides/slide680.xml" ContentType="application/vnd.openxmlformats-officedocument.presentationml.slide+xml"/>
  <Override PartName="/ppt/slides/slide681.xml" ContentType="application/vnd.openxmlformats-officedocument.presentationml.slide+xml"/>
  <Override PartName="/ppt/slides/slide682.xml" ContentType="application/vnd.openxmlformats-officedocument.presentationml.slide+xml"/>
  <Override PartName="/ppt/slides/slide683.xml" ContentType="application/vnd.openxmlformats-officedocument.presentationml.slide+xml"/>
  <Override PartName="/ppt/slides/slide684.xml" ContentType="application/vnd.openxmlformats-officedocument.presentationml.slide+xml"/>
  <Override PartName="/ppt/slides/slide685.xml" ContentType="application/vnd.openxmlformats-officedocument.presentationml.slide+xml"/>
  <Override PartName="/ppt/slides/slide686.xml" ContentType="application/vnd.openxmlformats-officedocument.presentationml.slide+xml"/>
  <Override PartName="/ppt/slides/slide687.xml" ContentType="application/vnd.openxmlformats-officedocument.presentationml.slide+xml"/>
  <Override PartName="/ppt/slides/slide688.xml" ContentType="application/vnd.openxmlformats-officedocument.presentationml.slide+xml"/>
  <Override PartName="/ppt/slides/slide689.xml" ContentType="application/vnd.openxmlformats-officedocument.presentationml.slide+xml"/>
  <Override PartName="/ppt/slides/slide69.xml" ContentType="application/vnd.openxmlformats-officedocument.presentationml.slide+xml"/>
  <Override PartName="/ppt/slides/slide690.xml" ContentType="application/vnd.openxmlformats-officedocument.presentationml.slide+xml"/>
  <Override PartName="/ppt/slides/slide691.xml" ContentType="application/vnd.openxmlformats-officedocument.presentationml.slide+xml"/>
  <Override PartName="/ppt/slides/slide692.xml" ContentType="application/vnd.openxmlformats-officedocument.presentationml.slide+xml"/>
  <Override PartName="/ppt/slides/slide693.xml" ContentType="application/vnd.openxmlformats-officedocument.presentationml.slide+xml"/>
  <Override PartName="/ppt/slides/slide694.xml" ContentType="application/vnd.openxmlformats-officedocument.presentationml.slide+xml"/>
  <Override PartName="/ppt/slides/slide695.xml" ContentType="application/vnd.openxmlformats-officedocument.presentationml.slide+xml"/>
  <Override PartName="/ppt/slides/slide696.xml" ContentType="application/vnd.openxmlformats-officedocument.presentationml.slide+xml"/>
  <Override PartName="/ppt/slides/slide697.xml" ContentType="application/vnd.openxmlformats-officedocument.presentationml.slide+xml"/>
  <Override PartName="/ppt/slides/slide698.xml" ContentType="application/vnd.openxmlformats-officedocument.presentationml.slide+xml"/>
  <Override PartName="/ppt/slides/slide69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00.xml" ContentType="application/vnd.openxmlformats-officedocument.presentationml.slide+xml"/>
  <Override PartName="/ppt/slides/slide701.xml" ContentType="application/vnd.openxmlformats-officedocument.presentationml.slide+xml"/>
  <Override PartName="/ppt/slides/slide702.xml" ContentType="application/vnd.openxmlformats-officedocument.presentationml.slide+xml"/>
  <Override PartName="/ppt/slides/slide703.xml" ContentType="application/vnd.openxmlformats-officedocument.presentationml.slide+xml"/>
  <Override PartName="/ppt/slides/slide704.xml" ContentType="application/vnd.openxmlformats-officedocument.presentationml.slide+xml"/>
  <Override PartName="/ppt/slides/slide705.xml" ContentType="application/vnd.openxmlformats-officedocument.presentationml.slide+xml"/>
  <Override PartName="/ppt/slides/slide706.xml" ContentType="application/vnd.openxmlformats-officedocument.presentationml.slide+xml"/>
  <Override PartName="/ppt/slides/slide707.xml" ContentType="application/vnd.openxmlformats-officedocument.presentationml.slide+xml"/>
  <Override PartName="/ppt/slides/slide708.xml" ContentType="application/vnd.openxmlformats-officedocument.presentationml.slide+xml"/>
  <Override PartName="/ppt/slides/slide709.xml" ContentType="application/vnd.openxmlformats-officedocument.presentationml.slide+xml"/>
  <Override PartName="/ppt/slides/slide71.xml" ContentType="application/vnd.openxmlformats-officedocument.presentationml.slide+xml"/>
  <Override PartName="/ppt/slides/slide710.xml" ContentType="application/vnd.openxmlformats-officedocument.presentationml.slide+xml"/>
  <Override PartName="/ppt/slides/slide711.xml" ContentType="application/vnd.openxmlformats-officedocument.presentationml.slide+xml"/>
  <Override PartName="/ppt/slides/slide712.xml" ContentType="application/vnd.openxmlformats-officedocument.presentationml.slide+xml"/>
  <Override PartName="/ppt/slides/slide713.xml" ContentType="application/vnd.openxmlformats-officedocument.presentationml.slide+xml"/>
  <Override PartName="/ppt/slides/slide714.xml" ContentType="application/vnd.openxmlformats-officedocument.presentationml.slide+xml"/>
  <Override PartName="/ppt/slides/slide715.xml" ContentType="application/vnd.openxmlformats-officedocument.presentationml.slide+xml"/>
  <Override PartName="/ppt/slides/slide716.xml" ContentType="application/vnd.openxmlformats-officedocument.presentationml.slide+xml"/>
  <Override PartName="/ppt/slides/slide717.xml" ContentType="application/vnd.openxmlformats-officedocument.presentationml.slide+xml"/>
  <Override PartName="/ppt/slides/slide718.xml" ContentType="application/vnd.openxmlformats-officedocument.presentationml.slide+xml"/>
  <Override PartName="/ppt/slides/slide719.xml" ContentType="application/vnd.openxmlformats-officedocument.presentationml.slide+xml"/>
  <Override PartName="/ppt/slides/slide72.xml" ContentType="application/vnd.openxmlformats-officedocument.presentationml.slide+xml"/>
  <Override PartName="/ppt/slides/slide720.xml" ContentType="application/vnd.openxmlformats-officedocument.presentationml.slide+xml"/>
  <Override PartName="/ppt/slides/slide721.xml" ContentType="application/vnd.openxmlformats-officedocument.presentationml.slide+xml"/>
  <Override PartName="/ppt/slides/slide722.xml" ContentType="application/vnd.openxmlformats-officedocument.presentationml.slide+xml"/>
  <Override PartName="/ppt/slides/slide723.xml" ContentType="application/vnd.openxmlformats-officedocument.presentationml.slide+xml"/>
  <Override PartName="/ppt/slides/slide724.xml" ContentType="application/vnd.openxmlformats-officedocument.presentationml.slide+xml"/>
  <Override PartName="/ppt/slides/slide725.xml" ContentType="application/vnd.openxmlformats-officedocument.presentationml.slide+xml"/>
  <Override PartName="/ppt/slides/slide726.xml" ContentType="application/vnd.openxmlformats-officedocument.presentationml.slide+xml"/>
  <Override PartName="/ppt/slides/slide727.xml" ContentType="application/vnd.openxmlformats-officedocument.presentationml.slide+xml"/>
  <Override PartName="/ppt/slides/slide728.xml" ContentType="application/vnd.openxmlformats-officedocument.presentationml.slide+xml"/>
  <Override PartName="/ppt/slides/slide729.xml" ContentType="application/vnd.openxmlformats-officedocument.presentationml.slide+xml"/>
  <Override PartName="/ppt/slides/slide73.xml" ContentType="application/vnd.openxmlformats-officedocument.presentationml.slide+xml"/>
  <Override PartName="/ppt/slides/slide730.xml" ContentType="application/vnd.openxmlformats-officedocument.presentationml.slide+xml"/>
  <Override PartName="/ppt/slides/slide731.xml" ContentType="application/vnd.openxmlformats-officedocument.presentationml.slide+xml"/>
  <Override PartName="/ppt/slides/slide732.xml" ContentType="application/vnd.openxmlformats-officedocument.presentationml.slide+xml"/>
  <Override PartName="/ppt/slides/slide733.xml" ContentType="application/vnd.openxmlformats-officedocument.presentationml.slide+xml"/>
  <Override PartName="/ppt/slides/slide734.xml" ContentType="application/vnd.openxmlformats-officedocument.presentationml.slide+xml"/>
  <Override PartName="/ppt/slides/slide735.xml" ContentType="application/vnd.openxmlformats-officedocument.presentationml.slide+xml"/>
  <Override PartName="/ppt/slides/slide736.xml" ContentType="application/vnd.openxmlformats-officedocument.presentationml.slide+xml"/>
  <Override PartName="/ppt/slides/slide737.xml" ContentType="application/vnd.openxmlformats-officedocument.presentationml.slide+xml"/>
  <Override PartName="/ppt/slides/slide738.xml" ContentType="application/vnd.openxmlformats-officedocument.presentationml.slide+xml"/>
  <Override PartName="/ppt/slides/slide739.xml" ContentType="application/vnd.openxmlformats-officedocument.presentationml.slide+xml"/>
  <Override PartName="/ppt/slides/slide74.xml" ContentType="application/vnd.openxmlformats-officedocument.presentationml.slide+xml"/>
  <Override PartName="/ppt/slides/slide740.xml" ContentType="application/vnd.openxmlformats-officedocument.presentationml.slide+xml"/>
  <Override PartName="/ppt/slides/slide741.xml" ContentType="application/vnd.openxmlformats-officedocument.presentationml.slide+xml"/>
  <Override PartName="/ppt/slides/slide742.xml" ContentType="application/vnd.openxmlformats-officedocument.presentationml.slide+xml"/>
  <Override PartName="/ppt/slides/slide743.xml" ContentType="application/vnd.openxmlformats-officedocument.presentationml.slide+xml"/>
  <Override PartName="/ppt/slides/slide744.xml" ContentType="application/vnd.openxmlformats-officedocument.presentationml.slide+xml"/>
  <Override PartName="/ppt/slides/slide745.xml" ContentType="application/vnd.openxmlformats-officedocument.presentationml.slide+xml"/>
  <Override PartName="/ppt/slides/slide746.xml" ContentType="application/vnd.openxmlformats-officedocument.presentationml.slide+xml"/>
  <Override PartName="/ppt/slides/slide747.xml" ContentType="application/vnd.openxmlformats-officedocument.presentationml.slide+xml"/>
  <Override PartName="/ppt/slides/slide748.xml" ContentType="application/vnd.openxmlformats-officedocument.presentationml.slide+xml"/>
  <Override PartName="/ppt/slides/slide749.xml" ContentType="application/vnd.openxmlformats-officedocument.presentationml.slide+xml"/>
  <Override PartName="/ppt/slides/slide75.xml" ContentType="application/vnd.openxmlformats-officedocument.presentationml.slide+xml"/>
  <Override PartName="/ppt/slides/slide750.xml" ContentType="application/vnd.openxmlformats-officedocument.presentationml.slide+xml"/>
  <Override PartName="/ppt/slides/slide751.xml" ContentType="application/vnd.openxmlformats-officedocument.presentationml.slide+xml"/>
  <Override PartName="/ppt/slides/slide752.xml" ContentType="application/vnd.openxmlformats-officedocument.presentationml.slide+xml"/>
  <Override PartName="/ppt/slides/slide753.xml" ContentType="application/vnd.openxmlformats-officedocument.presentationml.slide+xml"/>
  <Override PartName="/ppt/slides/slide754.xml" ContentType="application/vnd.openxmlformats-officedocument.presentationml.slide+xml"/>
  <Override PartName="/ppt/slides/slide755.xml" ContentType="application/vnd.openxmlformats-officedocument.presentationml.slide+xml"/>
  <Override PartName="/ppt/slides/slide756.xml" ContentType="application/vnd.openxmlformats-officedocument.presentationml.slide+xml"/>
  <Override PartName="/ppt/slides/slide757.xml" ContentType="application/vnd.openxmlformats-officedocument.presentationml.slide+xml"/>
  <Override PartName="/ppt/slides/slide758.xml" ContentType="application/vnd.openxmlformats-officedocument.presentationml.slide+xml"/>
  <Override PartName="/ppt/slides/slide759.xml" ContentType="application/vnd.openxmlformats-officedocument.presentationml.slide+xml"/>
  <Override PartName="/ppt/slides/slide76.xml" ContentType="application/vnd.openxmlformats-officedocument.presentationml.slide+xml"/>
  <Override PartName="/ppt/slides/slide760.xml" ContentType="application/vnd.openxmlformats-officedocument.presentationml.slide+xml"/>
  <Override PartName="/ppt/slides/slide761.xml" ContentType="application/vnd.openxmlformats-officedocument.presentationml.slide+xml"/>
  <Override PartName="/ppt/slides/slide762.xml" ContentType="application/vnd.openxmlformats-officedocument.presentationml.slide+xml"/>
  <Override PartName="/ppt/slides/slide763.xml" ContentType="application/vnd.openxmlformats-officedocument.presentationml.slide+xml"/>
  <Override PartName="/ppt/slides/slide764.xml" ContentType="application/vnd.openxmlformats-officedocument.presentationml.slide+xml"/>
  <Override PartName="/ppt/slides/slide765.xml" ContentType="application/vnd.openxmlformats-officedocument.presentationml.slide+xml"/>
  <Override PartName="/ppt/slides/slide766.xml" ContentType="application/vnd.openxmlformats-officedocument.presentationml.slide+xml"/>
  <Override PartName="/ppt/slides/slide767.xml" ContentType="application/vnd.openxmlformats-officedocument.presentationml.slide+xml"/>
  <Override PartName="/ppt/slides/slide768.xml" ContentType="application/vnd.openxmlformats-officedocument.presentationml.slide+xml"/>
  <Override PartName="/ppt/slides/slide769.xml" ContentType="application/vnd.openxmlformats-officedocument.presentationml.slide+xml"/>
  <Override PartName="/ppt/slides/slide77.xml" ContentType="application/vnd.openxmlformats-officedocument.presentationml.slide+xml"/>
  <Override PartName="/ppt/slides/slide770.xml" ContentType="application/vnd.openxmlformats-officedocument.presentationml.slide+xml"/>
  <Override PartName="/ppt/slides/slide771.xml" ContentType="application/vnd.openxmlformats-officedocument.presentationml.slide+xml"/>
  <Override PartName="/ppt/slides/slide772.xml" ContentType="application/vnd.openxmlformats-officedocument.presentationml.slide+xml"/>
  <Override PartName="/ppt/slides/slide773.xml" ContentType="application/vnd.openxmlformats-officedocument.presentationml.slide+xml"/>
  <Override PartName="/ppt/slides/slide774.xml" ContentType="application/vnd.openxmlformats-officedocument.presentationml.slide+xml"/>
  <Override PartName="/ppt/slides/slide775.xml" ContentType="application/vnd.openxmlformats-officedocument.presentationml.slide+xml"/>
  <Override PartName="/ppt/slides/slide776.xml" ContentType="application/vnd.openxmlformats-officedocument.presentationml.slide+xml"/>
  <Override PartName="/ppt/slides/slide777.xml" ContentType="application/vnd.openxmlformats-officedocument.presentationml.slide+xml"/>
  <Override PartName="/ppt/slides/slide778.xml" ContentType="application/vnd.openxmlformats-officedocument.presentationml.slide+xml"/>
  <Override PartName="/ppt/slides/slide779.xml" ContentType="application/vnd.openxmlformats-officedocument.presentationml.slide+xml"/>
  <Override PartName="/ppt/slides/slide78.xml" ContentType="application/vnd.openxmlformats-officedocument.presentationml.slide+xml"/>
  <Override PartName="/ppt/slides/slide780.xml" ContentType="application/vnd.openxmlformats-officedocument.presentationml.slide+xml"/>
  <Override PartName="/ppt/slides/slide781.xml" ContentType="application/vnd.openxmlformats-officedocument.presentationml.slide+xml"/>
  <Override PartName="/ppt/slides/slide782.xml" ContentType="application/vnd.openxmlformats-officedocument.presentationml.slide+xml"/>
  <Override PartName="/ppt/slides/slide783.xml" ContentType="application/vnd.openxmlformats-officedocument.presentationml.slide+xml"/>
  <Override PartName="/ppt/slides/slide784.xml" ContentType="application/vnd.openxmlformats-officedocument.presentationml.slide+xml"/>
  <Override PartName="/ppt/slides/slide785.xml" ContentType="application/vnd.openxmlformats-officedocument.presentationml.slide+xml"/>
  <Override PartName="/ppt/slides/slide786.xml" ContentType="application/vnd.openxmlformats-officedocument.presentationml.slide+xml"/>
  <Override PartName="/ppt/slides/slide787.xml" ContentType="application/vnd.openxmlformats-officedocument.presentationml.slide+xml"/>
  <Override PartName="/ppt/slides/slide788.xml" ContentType="application/vnd.openxmlformats-officedocument.presentationml.slide+xml"/>
  <Override PartName="/ppt/slides/slide789.xml" ContentType="application/vnd.openxmlformats-officedocument.presentationml.slide+xml"/>
  <Override PartName="/ppt/slides/slide79.xml" ContentType="application/vnd.openxmlformats-officedocument.presentationml.slide+xml"/>
  <Override PartName="/ppt/slides/slide790.xml" ContentType="application/vnd.openxmlformats-officedocument.presentationml.slide+xml"/>
  <Override PartName="/ppt/slides/slide791.xml" ContentType="application/vnd.openxmlformats-officedocument.presentationml.slide+xml"/>
  <Override PartName="/ppt/slides/slide792.xml" ContentType="application/vnd.openxmlformats-officedocument.presentationml.slide+xml"/>
  <Override PartName="/ppt/slides/slide793.xml" ContentType="application/vnd.openxmlformats-officedocument.presentationml.slide+xml"/>
  <Override PartName="/ppt/slides/slide794.xml" ContentType="application/vnd.openxmlformats-officedocument.presentationml.slide+xml"/>
  <Override PartName="/ppt/slides/slide795.xml" ContentType="application/vnd.openxmlformats-officedocument.presentationml.slide+xml"/>
  <Override PartName="/ppt/slides/slide796.xml" ContentType="application/vnd.openxmlformats-officedocument.presentationml.slide+xml"/>
  <Override PartName="/ppt/slides/slide797.xml" ContentType="application/vnd.openxmlformats-officedocument.presentationml.slide+xml"/>
  <Override PartName="/ppt/slides/slide798.xml" ContentType="application/vnd.openxmlformats-officedocument.presentationml.slide+xml"/>
  <Override PartName="/ppt/slides/slide79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491" r:id="rId243"/>
    <p:sldId id="492" r:id="rId244"/>
    <p:sldId id="493" r:id="rId245"/>
    <p:sldId id="494" r:id="rId246"/>
    <p:sldId id="495" r:id="rId247"/>
    <p:sldId id="496" r:id="rId248"/>
    <p:sldId id="497" r:id="rId249"/>
    <p:sldId id="498" r:id="rId250"/>
    <p:sldId id="499" r:id="rId251"/>
    <p:sldId id="500" r:id="rId252"/>
    <p:sldId id="501" r:id="rId253"/>
    <p:sldId id="502" r:id="rId254"/>
    <p:sldId id="503" r:id="rId255"/>
    <p:sldId id="504" r:id="rId256"/>
    <p:sldId id="505" r:id="rId257"/>
    <p:sldId id="506" r:id="rId258"/>
    <p:sldId id="507" r:id="rId259"/>
    <p:sldId id="508" r:id="rId260"/>
    <p:sldId id="509" r:id="rId261"/>
    <p:sldId id="510" r:id="rId262"/>
    <p:sldId id="511" r:id="rId263"/>
    <p:sldId id="512" r:id="rId264"/>
    <p:sldId id="513" r:id="rId265"/>
    <p:sldId id="514" r:id="rId266"/>
    <p:sldId id="515" r:id="rId267"/>
    <p:sldId id="516" r:id="rId268"/>
    <p:sldId id="517" r:id="rId269"/>
    <p:sldId id="518" r:id="rId270"/>
    <p:sldId id="519" r:id="rId271"/>
    <p:sldId id="520" r:id="rId272"/>
    <p:sldId id="521" r:id="rId273"/>
    <p:sldId id="522" r:id="rId274"/>
    <p:sldId id="523" r:id="rId275"/>
    <p:sldId id="524" r:id="rId276"/>
    <p:sldId id="525" r:id="rId277"/>
    <p:sldId id="526" r:id="rId278"/>
    <p:sldId id="527" r:id="rId279"/>
    <p:sldId id="528" r:id="rId280"/>
    <p:sldId id="529" r:id="rId281"/>
    <p:sldId id="530" r:id="rId282"/>
    <p:sldId id="531" r:id="rId283"/>
    <p:sldId id="532" r:id="rId284"/>
    <p:sldId id="533" r:id="rId285"/>
    <p:sldId id="534" r:id="rId286"/>
    <p:sldId id="535" r:id="rId287"/>
    <p:sldId id="536" r:id="rId288"/>
    <p:sldId id="537" r:id="rId289"/>
    <p:sldId id="538" r:id="rId290"/>
    <p:sldId id="539" r:id="rId291"/>
    <p:sldId id="540" r:id="rId292"/>
    <p:sldId id="541" r:id="rId293"/>
    <p:sldId id="542" r:id="rId294"/>
    <p:sldId id="543" r:id="rId295"/>
    <p:sldId id="544" r:id="rId296"/>
    <p:sldId id="545" r:id="rId297"/>
    <p:sldId id="546" r:id="rId298"/>
    <p:sldId id="547" r:id="rId299"/>
    <p:sldId id="548" r:id="rId300"/>
    <p:sldId id="549" r:id="rId301"/>
    <p:sldId id="550" r:id="rId302"/>
    <p:sldId id="551" r:id="rId303"/>
    <p:sldId id="552" r:id="rId304"/>
    <p:sldId id="553" r:id="rId305"/>
    <p:sldId id="554" r:id="rId306"/>
    <p:sldId id="555" r:id="rId307"/>
    <p:sldId id="556" r:id="rId308"/>
    <p:sldId id="557" r:id="rId309"/>
    <p:sldId id="558" r:id="rId310"/>
    <p:sldId id="559" r:id="rId311"/>
    <p:sldId id="560" r:id="rId312"/>
    <p:sldId id="561" r:id="rId313"/>
    <p:sldId id="562" r:id="rId314"/>
    <p:sldId id="563" r:id="rId315"/>
    <p:sldId id="564" r:id="rId316"/>
    <p:sldId id="565" r:id="rId317"/>
    <p:sldId id="566" r:id="rId318"/>
    <p:sldId id="567" r:id="rId319"/>
    <p:sldId id="568" r:id="rId320"/>
    <p:sldId id="569" r:id="rId321"/>
    <p:sldId id="570" r:id="rId322"/>
    <p:sldId id="571" r:id="rId323"/>
    <p:sldId id="572" r:id="rId324"/>
    <p:sldId id="573" r:id="rId325"/>
    <p:sldId id="574" r:id="rId326"/>
    <p:sldId id="575" r:id="rId327"/>
    <p:sldId id="576" r:id="rId328"/>
    <p:sldId id="577" r:id="rId329"/>
    <p:sldId id="578" r:id="rId330"/>
    <p:sldId id="579" r:id="rId331"/>
    <p:sldId id="580" r:id="rId332"/>
    <p:sldId id="581" r:id="rId333"/>
    <p:sldId id="582" r:id="rId334"/>
    <p:sldId id="583" r:id="rId335"/>
    <p:sldId id="584" r:id="rId336"/>
    <p:sldId id="585" r:id="rId337"/>
    <p:sldId id="586" r:id="rId338"/>
    <p:sldId id="587" r:id="rId339"/>
    <p:sldId id="588" r:id="rId340"/>
    <p:sldId id="589" r:id="rId341"/>
    <p:sldId id="590" r:id="rId342"/>
    <p:sldId id="591" r:id="rId343"/>
    <p:sldId id="592" r:id="rId344"/>
    <p:sldId id="593" r:id="rId345"/>
    <p:sldId id="594" r:id="rId346"/>
    <p:sldId id="595" r:id="rId347"/>
    <p:sldId id="596" r:id="rId348"/>
    <p:sldId id="597" r:id="rId349"/>
    <p:sldId id="598" r:id="rId350"/>
    <p:sldId id="599" r:id="rId351"/>
    <p:sldId id="600" r:id="rId352"/>
    <p:sldId id="601" r:id="rId353"/>
    <p:sldId id="602" r:id="rId354"/>
    <p:sldId id="603" r:id="rId355"/>
    <p:sldId id="604" r:id="rId356"/>
    <p:sldId id="605" r:id="rId357"/>
    <p:sldId id="606" r:id="rId358"/>
    <p:sldId id="607" r:id="rId359"/>
    <p:sldId id="608" r:id="rId360"/>
    <p:sldId id="609" r:id="rId361"/>
    <p:sldId id="610" r:id="rId362"/>
    <p:sldId id="611" r:id="rId363"/>
    <p:sldId id="612" r:id="rId364"/>
    <p:sldId id="613" r:id="rId365"/>
    <p:sldId id="614" r:id="rId366"/>
    <p:sldId id="615" r:id="rId367"/>
    <p:sldId id="616" r:id="rId368"/>
    <p:sldId id="617" r:id="rId369"/>
    <p:sldId id="618" r:id="rId370"/>
    <p:sldId id="619" r:id="rId371"/>
    <p:sldId id="620" r:id="rId372"/>
    <p:sldId id="621" r:id="rId373"/>
    <p:sldId id="622" r:id="rId374"/>
    <p:sldId id="623" r:id="rId375"/>
    <p:sldId id="624" r:id="rId376"/>
    <p:sldId id="625" r:id="rId377"/>
    <p:sldId id="626" r:id="rId378"/>
    <p:sldId id="627" r:id="rId379"/>
    <p:sldId id="628" r:id="rId380"/>
    <p:sldId id="629" r:id="rId381"/>
    <p:sldId id="630" r:id="rId382"/>
    <p:sldId id="631" r:id="rId383"/>
    <p:sldId id="632" r:id="rId384"/>
    <p:sldId id="633" r:id="rId385"/>
    <p:sldId id="634" r:id="rId386"/>
    <p:sldId id="635" r:id="rId387"/>
    <p:sldId id="636" r:id="rId388"/>
    <p:sldId id="637" r:id="rId389"/>
    <p:sldId id="638" r:id="rId390"/>
    <p:sldId id="639" r:id="rId391"/>
    <p:sldId id="640" r:id="rId392"/>
    <p:sldId id="641" r:id="rId393"/>
    <p:sldId id="642" r:id="rId394"/>
    <p:sldId id="643" r:id="rId395"/>
    <p:sldId id="644" r:id="rId396"/>
    <p:sldId id="645" r:id="rId397"/>
    <p:sldId id="646" r:id="rId398"/>
    <p:sldId id="647" r:id="rId399"/>
    <p:sldId id="648" r:id="rId400"/>
    <p:sldId id="649" r:id="rId401"/>
    <p:sldId id="650" r:id="rId402"/>
    <p:sldId id="651" r:id="rId403"/>
    <p:sldId id="652" r:id="rId404"/>
    <p:sldId id="653" r:id="rId405"/>
    <p:sldId id="654" r:id="rId406"/>
    <p:sldId id="655" r:id="rId407"/>
    <p:sldId id="656" r:id="rId408"/>
    <p:sldId id="657" r:id="rId409"/>
    <p:sldId id="658" r:id="rId410"/>
    <p:sldId id="659" r:id="rId411"/>
    <p:sldId id="660" r:id="rId412"/>
    <p:sldId id="661" r:id="rId413"/>
    <p:sldId id="662" r:id="rId414"/>
    <p:sldId id="663" r:id="rId415"/>
    <p:sldId id="664" r:id="rId416"/>
    <p:sldId id="665" r:id="rId417"/>
    <p:sldId id="666" r:id="rId418"/>
    <p:sldId id="667" r:id="rId419"/>
    <p:sldId id="668" r:id="rId420"/>
    <p:sldId id="669" r:id="rId421"/>
    <p:sldId id="670" r:id="rId422"/>
    <p:sldId id="671" r:id="rId423"/>
    <p:sldId id="672" r:id="rId424"/>
    <p:sldId id="673" r:id="rId425"/>
    <p:sldId id="674" r:id="rId426"/>
    <p:sldId id="675" r:id="rId427"/>
    <p:sldId id="676" r:id="rId428"/>
    <p:sldId id="677" r:id="rId429"/>
    <p:sldId id="678" r:id="rId430"/>
    <p:sldId id="679" r:id="rId431"/>
    <p:sldId id="680" r:id="rId432"/>
    <p:sldId id="681" r:id="rId433"/>
    <p:sldId id="682" r:id="rId434"/>
    <p:sldId id="683" r:id="rId435"/>
    <p:sldId id="684" r:id="rId436"/>
    <p:sldId id="685" r:id="rId437"/>
    <p:sldId id="686" r:id="rId438"/>
    <p:sldId id="687" r:id="rId439"/>
    <p:sldId id="688" r:id="rId440"/>
    <p:sldId id="689" r:id="rId441"/>
    <p:sldId id="690" r:id="rId442"/>
    <p:sldId id="691" r:id="rId443"/>
    <p:sldId id="692" r:id="rId444"/>
    <p:sldId id="693" r:id="rId445"/>
    <p:sldId id="694" r:id="rId446"/>
    <p:sldId id="695" r:id="rId447"/>
    <p:sldId id="696" r:id="rId448"/>
    <p:sldId id="697" r:id="rId449"/>
    <p:sldId id="698" r:id="rId450"/>
    <p:sldId id="699" r:id="rId451"/>
    <p:sldId id="700" r:id="rId452"/>
    <p:sldId id="701" r:id="rId453"/>
    <p:sldId id="702" r:id="rId454"/>
    <p:sldId id="703" r:id="rId455"/>
    <p:sldId id="704" r:id="rId456"/>
    <p:sldId id="705" r:id="rId457"/>
    <p:sldId id="706" r:id="rId458"/>
    <p:sldId id="707" r:id="rId459"/>
    <p:sldId id="708" r:id="rId460"/>
    <p:sldId id="709" r:id="rId461"/>
    <p:sldId id="710" r:id="rId462"/>
    <p:sldId id="711" r:id="rId463"/>
    <p:sldId id="712" r:id="rId464"/>
    <p:sldId id="713" r:id="rId465"/>
    <p:sldId id="714" r:id="rId466"/>
    <p:sldId id="715" r:id="rId467"/>
    <p:sldId id="716" r:id="rId468"/>
    <p:sldId id="717" r:id="rId469"/>
    <p:sldId id="718" r:id="rId470"/>
    <p:sldId id="719" r:id="rId471"/>
    <p:sldId id="720" r:id="rId472"/>
    <p:sldId id="721" r:id="rId473"/>
    <p:sldId id="722" r:id="rId474"/>
    <p:sldId id="723" r:id="rId475"/>
    <p:sldId id="724" r:id="rId476"/>
    <p:sldId id="725" r:id="rId477"/>
    <p:sldId id="726" r:id="rId478"/>
    <p:sldId id="727" r:id="rId479"/>
    <p:sldId id="728" r:id="rId480"/>
    <p:sldId id="729" r:id="rId481"/>
    <p:sldId id="730" r:id="rId482"/>
    <p:sldId id="731" r:id="rId483"/>
    <p:sldId id="732" r:id="rId484"/>
    <p:sldId id="733" r:id="rId485"/>
    <p:sldId id="734" r:id="rId486"/>
    <p:sldId id="735" r:id="rId487"/>
    <p:sldId id="736" r:id="rId488"/>
    <p:sldId id="737" r:id="rId489"/>
    <p:sldId id="738" r:id="rId490"/>
    <p:sldId id="739" r:id="rId491"/>
    <p:sldId id="740" r:id="rId492"/>
    <p:sldId id="741" r:id="rId493"/>
    <p:sldId id="742" r:id="rId494"/>
    <p:sldId id="743" r:id="rId495"/>
    <p:sldId id="744" r:id="rId496"/>
    <p:sldId id="745" r:id="rId497"/>
    <p:sldId id="746" r:id="rId498"/>
    <p:sldId id="747" r:id="rId499"/>
    <p:sldId id="748" r:id="rId500"/>
    <p:sldId id="749" r:id="rId501"/>
    <p:sldId id="750" r:id="rId502"/>
    <p:sldId id="751" r:id="rId503"/>
    <p:sldId id="752" r:id="rId504"/>
    <p:sldId id="753" r:id="rId505"/>
    <p:sldId id="754" r:id="rId506"/>
    <p:sldId id="755" r:id="rId507"/>
    <p:sldId id="756" r:id="rId508"/>
    <p:sldId id="757" r:id="rId509"/>
    <p:sldId id="758" r:id="rId510"/>
    <p:sldId id="759" r:id="rId511"/>
    <p:sldId id="760" r:id="rId512"/>
    <p:sldId id="761" r:id="rId513"/>
    <p:sldId id="762" r:id="rId514"/>
    <p:sldId id="763" r:id="rId515"/>
    <p:sldId id="764" r:id="rId516"/>
    <p:sldId id="765" r:id="rId517"/>
    <p:sldId id="766" r:id="rId518"/>
    <p:sldId id="767" r:id="rId519"/>
    <p:sldId id="768" r:id="rId520"/>
    <p:sldId id="769" r:id="rId521"/>
    <p:sldId id="770" r:id="rId522"/>
    <p:sldId id="771" r:id="rId523"/>
    <p:sldId id="772" r:id="rId524"/>
    <p:sldId id="773" r:id="rId525"/>
    <p:sldId id="774" r:id="rId526"/>
    <p:sldId id="775" r:id="rId527"/>
    <p:sldId id="776" r:id="rId528"/>
    <p:sldId id="777" r:id="rId529"/>
    <p:sldId id="778" r:id="rId530"/>
    <p:sldId id="779" r:id="rId531"/>
    <p:sldId id="780" r:id="rId532"/>
    <p:sldId id="781" r:id="rId533"/>
    <p:sldId id="782" r:id="rId534"/>
    <p:sldId id="783" r:id="rId535"/>
    <p:sldId id="784" r:id="rId536"/>
    <p:sldId id="785" r:id="rId537"/>
    <p:sldId id="786" r:id="rId538"/>
    <p:sldId id="787" r:id="rId539"/>
    <p:sldId id="788" r:id="rId540"/>
    <p:sldId id="789" r:id="rId541"/>
    <p:sldId id="790" r:id="rId542"/>
    <p:sldId id="791" r:id="rId543"/>
    <p:sldId id="792" r:id="rId544"/>
    <p:sldId id="793" r:id="rId545"/>
    <p:sldId id="794" r:id="rId546"/>
    <p:sldId id="795" r:id="rId547"/>
    <p:sldId id="796" r:id="rId548"/>
    <p:sldId id="797" r:id="rId549"/>
    <p:sldId id="798" r:id="rId550"/>
    <p:sldId id="799" r:id="rId551"/>
    <p:sldId id="800" r:id="rId552"/>
    <p:sldId id="801" r:id="rId553"/>
    <p:sldId id="802" r:id="rId554"/>
    <p:sldId id="803" r:id="rId555"/>
    <p:sldId id="804" r:id="rId556"/>
    <p:sldId id="805" r:id="rId557"/>
    <p:sldId id="806" r:id="rId558"/>
    <p:sldId id="807" r:id="rId559"/>
    <p:sldId id="808" r:id="rId560"/>
    <p:sldId id="809" r:id="rId561"/>
    <p:sldId id="810" r:id="rId562"/>
    <p:sldId id="811" r:id="rId563"/>
    <p:sldId id="812" r:id="rId564"/>
    <p:sldId id="813" r:id="rId565"/>
    <p:sldId id="814" r:id="rId566"/>
    <p:sldId id="815" r:id="rId567"/>
    <p:sldId id="816" r:id="rId568"/>
    <p:sldId id="817" r:id="rId569"/>
    <p:sldId id="818" r:id="rId570"/>
    <p:sldId id="819" r:id="rId571"/>
    <p:sldId id="820" r:id="rId572"/>
    <p:sldId id="821" r:id="rId573"/>
    <p:sldId id="822" r:id="rId574"/>
    <p:sldId id="823" r:id="rId575"/>
    <p:sldId id="824" r:id="rId576"/>
    <p:sldId id="825" r:id="rId577"/>
    <p:sldId id="826" r:id="rId578"/>
    <p:sldId id="827" r:id="rId579"/>
    <p:sldId id="828" r:id="rId580"/>
    <p:sldId id="829" r:id="rId581"/>
    <p:sldId id="830" r:id="rId582"/>
    <p:sldId id="831" r:id="rId583"/>
    <p:sldId id="832" r:id="rId584"/>
    <p:sldId id="833" r:id="rId585"/>
    <p:sldId id="834" r:id="rId586"/>
    <p:sldId id="835" r:id="rId587"/>
    <p:sldId id="836" r:id="rId588"/>
    <p:sldId id="837" r:id="rId589"/>
    <p:sldId id="838" r:id="rId590"/>
    <p:sldId id="839" r:id="rId591"/>
    <p:sldId id="840" r:id="rId592"/>
    <p:sldId id="841" r:id="rId593"/>
    <p:sldId id="842" r:id="rId594"/>
    <p:sldId id="843" r:id="rId595"/>
    <p:sldId id="844" r:id="rId596"/>
    <p:sldId id="845" r:id="rId597"/>
    <p:sldId id="846" r:id="rId598"/>
    <p:sldId id="847" r:id="rId599"/>
    <p:sldId id="848" r:id="rId600"/>
    <p:sldId id="849" r:id="rId601"/>
    <p:sldId id="850" r:id="rId602"/>
    <p:sldId id="851" r:id="rId603"/>
    <p:sldId id="852" r:id="rId604"/>
    <p:sldId id="853" r:id="rId605"/>
    <p:sldId id="854" r:id="rId606"/>
    <p:sldId id="855" r:id="rId607"/>
    <p:sldId id="856" r:id="rId608"/>
    <p:sldId id="857" r:id="rId609"/>
    <p:sldId id="858" r:id="rId610"/>
    <p:sldId id="859" r:id="rId611"/>
    <p:sldId id="860" r:id="rId612"/>
    <p:sldId id="861" r:id="rId613"/>
    <p:sldId id="862" r:id="rId614"/>
    <p:sldId id="863" r:id="rId615"/>
    <p:sldId id="864" r:id="rId616"/>
    <p:sldId id="865" r:id="rId617"/>
    <p:sldId id="866" r:id="rId618"/>
    <p:sldId id="867" r:id="rId619"/>
    <p:sldId id="868" r:id="rId620"/>
    <p:sldId id="869" r:id="rId621"/>
    <p:sldId id="870" r:id="rId622"/>
    <p:sldId id="871" r:id="rId623"/>
    <p:sldId id="872" r:id="rId624"/>
    <p:sldId id="873" r:id="rId625"/>
    <p:sldId id="874" r:id="rId626"/>
    <p:sldId id="875" r:id="rId627"/>
    <p:sldId id="876" r:id="rId628"/>
    <p:sldId id="877" r:id="rId629"/>
    <p:sldId id="878" r:id="rId630"/>
    <p:sldId id="879" r:id="rId631"/>
    <p:sldId id="880" r:id="rId632"/>
    <p:sldId id="881" r:id="rId633"/>
    <p:sldId id="882" r:id="rId634"/>
    <p:sldId id="883" r:id="rId635"/>
    <p:sldId id="884" r:id="rId636"/>
    <p:sldId id="885" r:id="rId637"/>
    <p:sldId id="886" r:id="rId638"/>
    <p:sldId id="887" r:id="rId639"/>
    <p:sldId id="888" r:id="rId640"/>
    <p:sldId id="889" r:id="rId641"/>
    <p:sldId id="890" r:id="rId642"/>
    <p:sldId id="891" r:id="rId643"/>
    <p:sldId id="892" r:id="rId644"/>
    <p:sldId id="893" r:id="rId645"/>
    <p:sldId id="894" r:id="rId646"/>
    <p:sldId id="895" r:id="rId647"/>
    <p:sldId id="896" r:id="rId648"/>
    <p:sldId id="897" r:id="rId649"/>
    <p:sldId id="898" r:id="rId650"/>
    <p:sldId id="899" r:id="rId651"/>
    <p:sldId id="900" r:id="rId652"/>
    <p:sldId id="901" r:id="rId653"/>
    <p:sldId id="902" r:id="rId654"/>
    <p:sldId id="903" r:id="rId655"/>
    <p:sldId id="904" r:id="rId656"/>
    <p:sldId id="905" r:id="rId657"/>
    <p:sldId id="906" r:id="rId658"/>
    <p:sldId id="907" r:id="rId659"/>
    <p:sldId id="908" r:id="rId660"/>
    <p:sldId id="909" r:id="rId661"/>
    <p:sldId id="910" r:id="rId662"/>
    <p:sldId id="911" r:id="rId663"/>
    <p:sldId id="912" r:id="rId664"/>
    <p:sldId id="913" r:id="rId665"/>
    <p:sldId id="914" r:id="rId666"/>
    <p:sldId id="915" r:id="rId667"/>
    <p:sldId id="916" r:id="rId668"/>
    <p:sldId id="917" r:id="rId669"/>
    <p:sldId id="918" r:id="rId670"/>
    <p:sldId id="919" r:id="rId671"/>
    <p:sldId id="920" r:id="rId672"/>
    <p:sldId id="921" r:id="rId673"/>
    <p:sldId id="922" r:id="rId674"/>
    <p:sldId id="923" r:id="rId675"/>
    <p:sldId id="924" r:id="rId676"/>
    <p:sldId id="925" r:id="rId677"/>
    <p:sldId id="926" r:id="rId678"/>
    <p:sldId id="927" r:id="rId679"/>
    <p:sldId id="928" r:id="rId680"/>
    <p:sldId id="929" r:id="rId681"/>
    <p:sldId id="930" r:id="rId682"/>
    <p:sldId id="931" r:id="rId683"/>
    <p:sldId id="932" r:id="rId684"/>
    <p:sldId id="933" r:id="rId685"/>
    <p:sldId id="934" r:id="rId686"/>
    <p:sldId id="935" r:id="rId687"/>
    <p:sldId id="936" r:id="rId688"/>
    <p:sldId id="937" r:id="rId689"/>
    <p:sldId id="938" r:id="rId690"/>
    <p:sldId id="939" r:id="rId691"/>
    <p:sldId id="940" r:id="rId692"/>
    <p:sldId id="941" r:id="rId693"/>
    <p:sldId id="942" r:id="rId694"/>
    <p:sldId id="943" r:id="rId695"/>
    <p:sldId id="944" r:id="rId696"/>
    <p:sldId id="945" r:id="rId697"/>
    <p:sldId id="946" r:id="rId698"/>
    <p:sldId id="947" r:id="rId699"/>
    <p:sldId id="948" r:id="rId700"/>
    <p:sldId id="949" r:id="rId701"/>
    <p:sldId id="950" r:id="rId702"/>
    <p:sldId id="951" r:id="rId703"/>
    <p:sldId id="952" r:id="rId704"/>
    <p:sldId id="953" r:id="rId705"/>
    <p:sldId id="954" r:id="rId706"/>
    <p:sldId id="955" r:id="rId707"/>
    <p:sldId id="956" r:id="rId708"/>
    <p:sldId id="957" r:id="rId709"/>
    <p:sldId id="958" r:id="rId710"/>
    <p:sldId id="959" r:id="rId711"/>
    <p:sldId id="960" r:id="rId712"/>
    <p:sldId id="961" r:id="rId713"/>
    <p:sldId id="962" r:id="rId714"/>
    <p:sldId id="963" r:id="rId715"/>
    <p:sldId id="964" r:id="rId716"/>
    <p:sldId id="965" r:id="rId717"/>
    <p:sldId id="966" r:id="rId718"/>
    <p:sldId id="967" r:id="rId719"/>
    <p:sldId id="968" r:id="rId720"/>
    <p:sldId id="969" r:id="rId721"/>
    <p:sldId id="970" r:id="rId722"/>
    <p:sldId id="971" r:id="rId723"/>
    <p:sldId id="972" r:id="rId724"/>
    <p:sldId id="973" r:id="rId725"/>
    <p:sldId id="974" r:id="rId726"/>
    <p:sldId id="975" r:id="rId727"/>
    <p:sldId id="976" r:id="rId728"/>
    <p:sldId id="977" r:id="rId729"/>
    <p:sldId id="978" r:id="rId730"/>
    <p:sldId id="979" r:id="rId731"/>
    <p:sldId id="980" r:id="rId732"/>
    <p:sldId id="981" r:id="rId733"/>
    <p:sldId id="982" r:id="rId734"/>
    <p:sldId id="983" r:id="rId735"/>
    <p:sldId id="984" r:id="rId736"/>
    <p:sldId id="985" r:id="rId737"/>
    <p:sldId id="986" r:id="rId738"/>
    <p:sldId id="987" r:id="rId739"/>
    <p:sldId id="988" r:id="rId740"/>
    <p:sldId id="989" r:id="rId741"/>
    <p:sldId id="990" r:id="rId742"/>
    <p:sldId id="991" r:id="rId743"/>
    <p:sldId id="992" r:id="rId744"/>
    <p:sldId id="993" r:id="rId745"/>
    <p:sldId id="994" r:id="rId746"/>
    <p:sldId id="995" r:id="rId747"/>
    <p:sldId id="996" r:id="rId748"/>
    <p:sldId id="997" r:id="rId749"/>
    <p:sldId id="998" r:id="rId750"/>
    <p:sldId id="999" r:id="rId751"/>
    <p:sldId id="1000" r:id="rId752"/>
    <p:sldId id="1001" r:id="rId753"/>
    <p:sldId id="1002" r:id="rId754"/>
    <p:sldId id="1003" r:id="rId755"/>
    <p:sldId id="1004" r:id="rId756"/>
    <p:sldId id="1005" r:id="rId757"/>
    <p:sldId id="1006" r:id="rId758"/>
    <p:sldId id="1007" r:id="rId759"/>
    <p:sldId id="1008" r:id="rId760"/>
    <p:sldId id="1009" r:id="rId761"/>
    <p:sldId id="1010" r:id="rId762"/>
    <p:sldId id="1011" r:id="rId763"/>
    <p:sldId id="1012" r:id="rId764"/>
    <p:sldId id="1013" r:id="rId765"/>
    <p:sldId id="1014" r:id="rId766"/>
    <p:sldId id="1015" r:id="rId767"/>
    <p:sldId id="1016" r:id="rId768"/>
    <p:sldId id="1017" r:id="rId769"/>
    <p:sldId id="1018" r:id="rId770"/>
    <p:sldId id="1019" r:id="rId771"/>
    <p:sldId id="1020" r:id="rId772"/>
    <p:sldId id="1021" r:id="rId773"/>
    <p:sldId id="1022" r:id="rId774"/>
    <p:sldId id="1023" r:id="rId775"/>
    <p:sldId id="1024" r:id="rId776"/>
    <p:sldId id="1025" r:id="rId777"/>
    <p:sldId id="1026" r:id="rId778"/>
    <p:sldId id="1027" r:id="rId779"/>
    <p:sldId id="1028" r:id="rId780"/>
    <p:sldId id="1029" r:id="rId781"/>
    <p:sldId id="1030" r:id="rId782"/>
    <p:sldId id="1031" r:id="rId783"/>
    <p:sldId id="1032" r:id="rId784"/>
    <p:sldId id="1033" r:id="rId785"/>
    <p:sldId id="1034" r:id="rId786"/>
    <p:sldId id="1035" r:id="rId787"/>
    <p:sldId id="1036" r:id="rId788"/>
    <p:sldId id="1037" r:id="rId789"/>
    <p:sldId id="1038" r:id="rId790"/>
    <p:sldId id="1039" r:id="rId791"/>
    <p:sldId id="1040" r:id="rId792"/>
    <p:sldId id="1041" r:id="rId793"/>
    <p:sldId id="1042" r:id="rId794"/>
    <p:sldId id="1043" r:id="rId795"/>
    <p:sldId id="1044" r:id="rId796"/>
    <p:sldId id="1045" r:id="rId797"/>
    <p:sldId id="1046" r:id="rId798"/>
    <p:sldId id="1047" r:id="rId799"/>
    <p:sldId id="1048" r:id="rId800"/>
    <p:sldId id="1049" r:id="rId801"/>
    <p:sldId id="1050" r:id="rId802"/>
    <p:sldId id="1051" r:id="rId803"/>
    <p:sldId id="1052" r:id="rId804"/>
    <p:sldId id="1053" r:id="rId805"/>
    <p:sldId id="1054" r:id="rId80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Relationship Id="rId234" Type="http://schemas.openxmlformats.org/officeDocument/2006/relationships/slide" Target="slides/slide227.xml"/><Relationship Id="rId235" Type="http://schemas.openxmlformats.org/officeDocument/2006/relationships/slide" Target="slides/slide228.xml"/><Relationship Id="rId236" Type="http://schemas.openxmlformats.org/officeDocument/2006/relationships/slide" Target="slides/slide229.xml"/><Relationship Id="rId237" Type="http://schemas.openxmlformats.org/officeDocument/2006/relationships/slide" Target="slides/slide230.xml"/><Relationship Id="rId238" Type="http://schemas.openxmlformats.org/officeDocument/2006/relationships/slide" Target="slides/slide231.xml"/><Relationship Id="rId239" Type="http://schemas.openxmlformats.org/officeDocument/2006/relationships/slide" Target="slides/slide232.xml"/><Relationship Id="rId240" Type="http://schemas.openxmlformats.org/officeDocument/2006/relationships/slide" Target="slides/slide233.xml"/><Relationship Id="rId241" Type="http://schemas.openxmlformats.org/officeDocument/2006/relationships/slide" Target="slides/slide234.xml"/><Relationship Id="rId242" Type="http://schemas.openxmlformats.org/officeDocument/2006/relationships/slide" Target="slides/slide235.xml"/><Relationship Id="rId243" Type="http://schemas.openxmlformats.org/officeDocument/2006/relationships/slide" Target="slides/slide236.xml"/><Relationship Id="rId244" Type="http://schemas.openxmlformats.org/officeDocument/2006/relationships/slide" Target="slides/slide237.xml"/><Relationship Id="rId245" Type="http://schemas.openxmlformats.org/officeDocument/2006/relationships/slide" Target="slides/slide238.xml"/><Relationship Id="rId246" Type="http://schemas.openxmlformats.org/officeDocument/2006/relationships/slide" Target="slides/slide239.xml"/><Relationship Id="rId247" Type="http://schemas.openxmlformats.org/officeDocument/2006/relationships/slide" Target="slides/slide240.xml"/><Relationship Id="rId248" Type="http://schemas.openxmlformats.org/officeDocument/2006/relationships/slide" Target="slides/slide241.xml"/><Relationship Id="rId249" Type="http://schemas.openxmlformats.org/officeDocument/2006/relationships/slide" Target="slides/slide242.xml"/><Relationship Id="rId250" Type="http://schemas.openxmlformats.org/officeDocument/2006/relationships/slide" Target="slides/slide243.xml"/><Relationship Id="rId251" Type="http://schemas.openxmlformats.org/officeDocument/2006/relationships/slide" Target="slides/slide244.xml"/><Relationship Id="rId252" Type="http://schemas.openxmlformats.org/officeDocument/2006/relationships/slide" Target="slides/slide245.xml"/><Relationship Id="rId253" Type="http://schemas.openxmlformats.org/officeDocument/2006/relationships/slide" Target="slides/slide246.xml"/><Relationship Id="rId254" Type="http://schemas.openxmlformats.org/officeDocument/2006/relationships/slide" Target="slides/slide247.xml"/><Relationship Id="rId255" Type="http://schemas.openxmlformats.org/officeDocument/2006/relationships/slide" Target="slides/slide248.xml"/><Relationship Id="rId256" Type="http://schemas.openxmlformats.org/officeDocument/2006/relationships/slide" Target="slides/slide249.xml"/><Relationship Id="rId257" Type="http://schemas.openxmlformats.org/officeDocument/2006/relationships/slide" Target="slides/slide250.xml"/><Relationship Id="rId258" Type="http://schemas.openxmlformats.org/officeDocument/2006/relationships/slide" Target="slides/slide251.xml"/><Relationship Id="rId259" Type="http://schemas.openxmlformats.org/officeDocument/2006/relationships/slide" Target="slides/slide252.xml"/><Relationship Id="rId260" Type="http://schemas.openxmlformats.org/officeDocument/2006/relationships/slide" Target="slides/slide253.xml"/><Relationship Id="rId261" Type="http://schemas.openxmlformats.org/officeDocument/2006/relationships/slide" Target="slides/slide254.xml"/><Relationship Id="rId262" Type="http://schemas.openxmlformats.org/officeDocument/2006/relationships/slide" Target="slides/slide255.xml"/><Relationship Id="rId263" Type="http://schemas.openxmlformats.org/officeDocument/2006/relationships/slide" Target="slides/slide256.xml"/><Relationship Id="rId264" Type="http://schemas.openxmlformats.org/officeDocument/2006/relationships/slide" Target="slides/slide257.xml"/><Relationship Id="rId265" Type="http://schemas.openxmlformats.org/officeDocument/2006/relationships/slide" Target="slides/slide258.xml"/><Relationship Id="rId266" Type="http://schemas.openxmlformats.org/officeDocument/2006/relationships/slide" Target="slides/slide259.xml"/><Relationship Id="rId267" Type="http://schemas.openxmlformats.org/officeDocument/2006/relationships/slide" Target="slides/slide260.xml"/><Relationship Id="rId268" Type="http://schemas.openxmlformats.org/officeDocument/2006/relationships/slide" Target="slides/slide261.xml"/><Relationship Id="rId269" Type="http://schemas.openxmlformats.org/officeDocument/2006/relationships/slide" Target="slides/slide262.xml"/><Relationship Id="rId270" Type="http://schemas.openxmlformats.org/officeDocument/2006/relationships/slide" Target="slides/slide263.xml"/><Relationship Id="rId271" Type="http://schemas.openxmlformats.org/officeDocument/2006/relationships/slide" Target="slides/slide264.xml"/><Relationship Id="rId272" Type="http://schemas.openxmlformats.org/officeDocument/2006/relationships/slide" Target="slides/slide265.xml"/><Relationship Id="rId273" Type="http://schemas.openxmlformats.org/officeDocument/2006/relationships/slide" Target="slides/slide266.xml"/><Relationship Id="rId274" Type="http://schemas.openxmlformats.org/officeDocument/2006/relationships/slide" Target="slides/slide267.xml"/><Relationship Id="rId275" Type="http://schemas.openxmlformats.org/officeDocument/2006/relationships/slide" Target="slides/slide268.xml"/><Relationship Id="rId276" Type="http://schemas.openxmlformats.org/officeDocument/2006/relationships/slide" Target="slides/slide269.xml"/><Relationship Id="rId277" Type="http://schemas.openxmlformats.org/officeDocument/2006/relationships/slide" Target="slides/slide270.xml"/><Relationship Id="rId278" Type="http://schemas.openxmlformats.org/officeDocument/2006/relationships/slide" Target="slides/slide271.xml"/><Relationship Id="rId279" Type="http://schemas.openxmlformats.org/officeDocument/2006/relationships/slide" Target="slides/slide272.xml"/><Relationship Id="rId280" Type="http://schemas.openxmlformats.org/officeDocument/2006/relationships/slide" Target="slides/slide273.xml"/><Relationship Id="rId281" Type="http://schemas.openxmlformats.org/officeDocument/2006/relationships/slide" Target="slides/slide274.xml"/><Relationship Id="rId282" Type="http://schemas.openxmlformats.org/officeDocument/2006/relationships/slide" Target="slides/slide275.xml"/><Relationship Id="rId283" Type="http://schemas.openxmlformats.org/officeDocument/2006/relationships/slide" Target="slides/slide276.xml"/><Relationship Id="rId284" Type="http://schemas.openxmlformats.org/officeDocument/2006/relationships/slide" Target="slides/slide277.xml"/><Relationship Id="rId285" Type="http://schemas.openxmlformats.org/officeDocument/2006/relationships/slide" Target="slides/slide278.xml"/><Relationship Id="rId286" Type="http://schemas.openxmlformats.org/officeDocument/2006/relationships/slide" Target="slides/slide279.xml"/><Relationship Id="rId287" Type="http://schemas.openxmlformats.org/officeDocument/2006/relationships/slide" Target="slides/slide280.xml"/><Relationship Id="rId288" Type="http://schemas.openxmlformats.org/officeDocument/2006/relationships/slide" Target="slides/slide281.xml"/><Relationship Id="rId289" Type="http://schemas.openxmlformats.org/officeDocument/2006/relationships/slide" Target="slides/slide282.xml"/><Relationship Id="rId290" Type="http://schemas.openxmlformats.org/officeDocument/2006/relationships/slide" Target="slides/slide283.xml"/><Relationship Id="rId291" Type="http://schemas.openxmlformats.org/officeDocument/2006/relationships/slide" Target="slides/slide284.xml"/><Relationship Id="rId292" Type="http://schemas.openxmlformats.org/officeDocument/2006/relationships/slide" Target="slides/slide285.xml"/><Relationship Id="rId293" Type="http://schemas.openxmlformats.org/officeDocument/2006/relationships/slide" Target="slides/slide286.xml"/><Relationship Id="rId294" Type="http://schemas.openxmlformats.org/officeDocument/2006/relationships/slide" Target="slides/slide287.xml"/><Relationship Id="rId295" Type="http://schemas.openxmlformats.org/officeDocument/2006/relationships/slide" Target="slides/slide288.xml"/><Relationship Id="rId296" Type="http://schemas.openxmlformats.org/officeDocument/2006/relationships/slide" Target="slides/slide289.xml"/><Relationship Id="rId297" Type="http://schemas.openxmlformats.org/officeDocument/2006/relationships/slide" Target="slides/slide290.xml"/><Relationship Id="rId298" Type="http://schemas.openxmlformats.org/officeDocument/2006/relationships/slide" Target="slides/slide291.xml"/><Relationship Id="rId299" Type="http://schemas.openxmlformats.org/officeDocument/2006/relationships/slide" Target="slides/slide292.xml"/><Relationship Id="rId300" Type="http://schemas.openxmlformats.org/officeDocument/2006/relationships/slide" Target="slides/slide293.xml"/><Relationship Id="rId301" Type="http://schemas.openxmlformats.org/officeDocument/2006/relationships/slide" Target="slides/slide294.xml"/><Relationship Id="rId302" Type="http://schemas.openxmlformats.org/officeDocument/2006/relationships/slide" Target="slides/slide295.xml"/><Relationship Id="rId303" Type="http://schemas.openxmlformats.org/officeDocument/2006/relationships/slide" Target="slides/slide296.xml"/><Relationship Id="rId304" Type="http://schemas.openxmlformats.org/officeDocument/2006/relationships/slide" Target="slides/slide297.xml"/><Relationship Id="rId305" Type="http://schemas.openxmlformats.org/officeDocument/2006/relationships/slide" Target="slides/slide298.xml"/><Relationship Id="rId306" Type="http://schemas.openxmlformats.org/officeDocument/2006/relationships/slide" Target="slides/slide299.xml"/><Relationship Id="rId307" Type="http://schemas.openxmlformats.org/officeDocument/2006/relationships/slide" Target="slides/slide300.xml"/><Relationship Id="rId308" Type="http://schemas.openxmlformats.org/officeDocument/2006/relationships/slide" Target="slides/slide301.xml"/><Relationship Id="rId309" Type="http://schemas.openxmlformats.org/officeDocument/2006/relationships/slide" Target="slides/slide302.xml"/><Relationship Id="rId310" Type="http://schemas.openxmlformats.org/officeDocument/2006/relationships/slide" Target="slides/slide303.xml"/><Relationship Id="rId311" Type="http://schemas.openxmlformats.org/officeDocument/2006/relationships/slide" Target="slides/slide304.xml"/><Relationship Id="rId312" Type="http://schemas.openxmlformats.org/officeDocument/2006/relationships/slide" Target="slides/slide305.xml"/><Relationship Id="rId313" Type="http://schemas.openxmlformats.org/officeDocument/2006/relationships/slide" Target="slides/slide306.xml"/><Relationship Id="rId314" Type="http://schemas.openxmlformats.org/officeDocument/2006/relationships/slide" Target="slides/slide307.xml"/><Relationship Id="rId315" Type="http://schemas.openxmlformats.org/officeDocument/2006/relationships/slide" Target="slides/slide308.xml"/><Relationship Id="rId316" Type="http://schemas.openxmlformats.org/officeDocument/2006/relationships/slide" Target="slides/slide309.xml"/><Relationship Id="rId317" Type="http://schemas.openxmlformats.org/officeDocument/2006/relationships/slide" Target="slides/slide310.xml"/><Relationship Id="rId318" Type="http://schemas.openxmlformats.org/officeDocument/2006/relationships/slide" Target="slides/slide311.xml"/><Relationship Id="rId319" Type="http://schemas.openxmlformats.org/officeDocument/2006/relationships/slide" Target="slides/slide312.xml"/><Relationship Id="rId320" Type="http://schemas.openxmlformats.org/officeDocument/2006/relationships/slide" Target="slides/slide313.xml"/><Relationship Id="rId321" Type="http://schemas.openxmlformats.org/officeDocument/2006/relationships/slide" Target="slides/slide314.xml"/><Relationship Id="rId322" Type="http://schemas.openxmlformats.org/officeDocument/2006/relationships/slide" Target="slides/slide315.xml"/><Relationship Id="rId323" Type="http://schemas.openxmlformats.org/officeDocument/2006/relationships/slide" Target="slides/slide316.xml"/><Relationship Id="rId324" Type="http://schemas.openxmlformats.org/officeDocument/2006/relationships/slide" Target="slides/slide317.xml"/><Relationship Id="rId325" Type="http://schemas.openxmlformats.org/officeDocument/2006/relationships/slide" Target="slides/slide318.xml"/><Relationship Id="rId326" Type="http://schemas.openxmlformats.org/officeDocument/2006/relationships/slide" Target="slides/slide319.xml"/><Relationship Id="rId327" Type="http://schemas.openxmlformats.org/officeDocument/2006/relationships/slide" Target="slides/slide320.xml"/><Relationship Id="rId328" Type="http://schemas.openxmlformats.org/officeDocument/2006/relationships/slide" Target="slides/slide321.xml"/><Relationship Id="rId329" Type="http://schemas.openxmlformats.org/officeDocument/2006/relationships/slide" Target="slides/slide322.xml"/><Relationship Id="rId330" Type="http://schemas.openxmlformats.org/officeDocument/2006/relationships/slide" Target="slides/slide323.xml"/><Relationship Id="rId331" Type="http://schemas.openxmlformats.org/officeDocument/2006/relationships/slide" Target="slides/slide324.xml"/><Relationship Id="rId332" Type="http://schemas.openxmlformats.org/officeDocument/2006/relationships/slide" Target="slides/slide325.xml"/><Relationship Id="rId333" Type="http://schemas.openxmlformats.org/officeDocument/2006/relationships/slide" Target="slides/slide326.xml"/><Relationship Id="rId334" Type="http://schemas.openxmlformats.org/officeDocument/2006/relationships/slide" Target="slides/slide327.xml"/><Relationship Id="rId335" Type="http://schemas.openxmlformats.org/officeDocument/2006/relationships/slide" Target="slides/slide328.xml"/><Relationship Id="rId336" Type="http://schemas.openxmlformats.org/officeDocument/2006/relationships/slide" Target="slides/slide329.xml"/><Relationship Id="rId337" Type="http://schemas.openxmlformats.org/officeDocument/2006/relationships/slide" Target="slides/slide330.xml"/><Relationship Id="rId338" Type="http://schemas.openxmlformats.org/officeDocument/2006/relationships/slide" Target="slides/slide331.xml"/><Relationship Id="rId339" Type="http://schemas.openxmlformats.org/officeDocument/2006/relationships/slide" Target="slides/slide332.xml"/><Relationship Id="rId340" Type="http://schemas.openxmlformats.org/officeDocument/2006/relationships/slide" Target="slides/slide333.xml"/><Relationship Id="rId341" Type="http://schemas.openxmlformats.org/officeDocument/2006/relationships/slide" Target="slides/slide334.xml"/><Relationship Id="rId342" Type="http://schemas.openxmlformats.org/officeDocument/2006/relationships/slide" Target="slides/slide335.xml"/><Relationship Id="rId343" Type="http://schemas.openxmlformats.org/officeDocument/2006/relationships/slide" Target="slides/slide336.xml"/><Relationship Id="rId344" Type="http://schemas.openxmlformats.org/officeDocument/2006/relationships/slide" Target="slides/slide337.xml"/><Relationship Id="rId345" Type="http://schemas.openxmlformats.org/officeDocument/2006/relationships/slide" Target="slides/slide338.xml"/><Relationship Id="rId346" Type="http://schemas.openxmlformats.org/officeDocument/2006/relationships/slide" Target="slides/slide339.xml"/><Relationship Id="rId347" Type="http://schemas.openxmlformats.org/officeDocument/2006/relationships/slide" Target="slides/slide340.xml"/><Relationship Id="rId348" Type="http://schemas.openxmlformats.org/officeDocument/2006/relationships/slide" Target="slides/slide341.xml"/><Relationship Id="rId349" Type="http://schemas.openxmlformats.org/officeDocument/2006/relationships/slide" Target="slides/slide342.xml"/><Relationship Id="rId350" Type="http://schemas.openxmlformats.org/officeDocument/2006/relationships/slide" Target="slides/slide343.xml"/><Relationship Id="rId351" Type="http://schemas.openxmlformats.org/officeDocument/2006/relationships/slide" Target="slides/slide344.xml"/><Relationship Id="rId352" Type="http://schemas.openxmlformats.org/officeDocument/2006/relationships/slide" Target="slides/slide345.xml"/><Relationship Id="rId353" Type="http://schemas.openxmlformats.org/officeDocument/2006/relationships/slide" Target="slides/slide346.xml"/><Relationship Id="rId354" Type="http://schemas.openxmlformats.org/officeDocument/2006/relationships/slide" Target="slides/slide347.xml"/><Relationship Id="rId355" Type="http://schemas.openxmlformats.org/officeDocument/2006/relationships/slide" Target="slides/slide348.xml"/><Relationship Id="rId356" Type="http://schemas.openxmlformats.org/officeDocument/2006/relationships/slide" Target="slides/slide349.xml"/><Relationship Id="rId357" Type="http://schemas.openxmlformats.org/officeDocument/2006/relationships/slide" Target="slides/slide350.xml"/><Relationship Id="rId358" Type="http://schemas.openxmlformats.org/officeDocument/2006/relationships/slide" Target="slides/slide351.xml"/><Relationship Id="rId359" Type="http://schemas.openxmlformats.org/officeDocument/2006/relationships/slide" Target="slides/slide352.xml"/><Relationship Id="rId360" Type="http://schemas.openxmlformats.org/officeDocument/2006/relationships/slide" Target="slides/slide353.xml"/><Relationship Id="rId361" Type="http://schemas.openxmlformats.org/officeDocument/2006/relationships/slide" Target="slides/slide354.xml"/><Relationship Id="rId362" Type="http://schemas.openxmlformats.org/officeDocument/2006/relationships/slide" Target="slides/slide355.xml"/><Relationship Id="rId363" Type="http://schemas.openxmlformats.org/officeDocument/2006/relationships/slide" Target="slides/slide356.xml"/><Relationship Id="rId364" Type="http://schemas.openxmlformats.org/officeDocument/2006/relationships/slide" Target="slides/slide357.xml"/><Relationship Id="rId365" Type="http://schemas.openxmlformats.org/officeDocument/2006/relationships/slide" Target="slides/slide358.xml"/><Relationship Id="rId366" Type="http://schemas.openxmlformats.org/officeDocument/2006/relationships/slide" Target="slides/slide359.xml"/><Relationship Id="rId367" Type="http://schemas.openxmlformats.org/officeDocument/2006/relationships/slide" Target="slides/slide360.xml"/><Relationship Id="rId368" Type="http://schemas.openxmlformats.org/officeDocument/2006/relationships/slide" Target="slides/slide361.xml"/><Relationship Id="rId369" Type="http://schemas.openxmlformats.org/officeDocument/2006/relationships/slide" Target="slides/slide362.xml"/><Relationship Id="rId370" Type="http://schemas.openxmlformats.org/officeDocument/2006/relationships/slide" Target="slides/slide363.xml"/><Relationship Id="rId371" Type="http://schemas.openxmlformats.org/officeDocument/2006/relationships/slide" Target="slides/slide364.xml"/><Relationship Id="rId372" Type="http://schemas.openxmlformats.org/officeDocument/2006/relationships/slide" Target="slides/slide365.xml"/><Relationship Id="rId373" Type="http://schemas.openxmlformats.org/officeDocument/2006/relationships/slide" Target="slides/slide366.xml"/><Relationship Id="rId374" Type="http://schemas.openxmlformats.org/officeDocument/2006/relationships/slide" Target="slides/slide367.xml"/><Relationship Id="rId375" Type="http://schemas.openxmlformats.org/officeDocument/2006/relationships/slide" Target="slides/slide368.xml"/><Relationship Id="rId376" Type="http://schemas.openxmlformats.org/officeDocument/2006/relationships/slide" Target="slides/slide369.xml"/><Relationship Id="rId377" Type="http://schemas.openxmlformats.org/officeDocument/2006/relationships/slide" Target="slides/slide370.xml"/><Relationship Id="rId378" Type="http://schemas.openxmlformats.org/officeDocument/2006/relationships/slide" Target="slides/slide371.xml"/><Relationship Id="rId379" Type="http://schemas.openxmlformats.org/officeDocument/2006/relationships/slide" Target="slides/slide372.xml"/><Relationship Id="rId380" Type="http://schemas.openxmlformats.org/officeDocument/2006/relationships/slide" Target="slides/slide373.xml"/><Relationship Id="rId381" Type="http://schemas.openxmlformats.org/officeDocument/2006/relationships/slide" Target="slides/slide374.xml"/><Relationship Id="rId382" Type="http://schemas.openxmlformats.org/officeDocument/2006/relationships/slide" Target="slides/slide375.xml"/><Relationship Id="rId383" Type="http://schemas.openxmlformats.org/officeDocument/2006/relationships/slide" Target="slides/slide376.xml"/><Relationship Id="rId384" Type="http://schemas.openxmlformats.org/officeDocument/2006/relationships/slide" Target="slides/slide377.xml"/><Relationship Id="rId385" Type="http://schemas.openxmlformats.org/officeDocument/2006/relationships/slide" Target="slides/slide378.xml"/><Relationship Id="rId386" Type="http://schemas.openxmlformats.org/officeDocument/2006/relationships/slide" Target="slides/slide379.xml"/><Relationship Id="rId387" Type="http://schemas.openxmlformats.org/officeDocument/2006/relationships/slide" Target="slides/slide380.xml"/><Relationship Id="rId388" Type="http://schemas.openxmlformats.org/officeDocument/2006/relationships/slide" Target="slides/slide381.xml"/><Relationship Id="rId389" Type="http://schemas.openxmlformats.org/officeDocument/2006/relationships/slide" Target="slides/slide382.xml"/><Relationship Id="rId390" Type="http://schemas.openxmlformats.org/officeDocument/2006/relationships/slide" Target="slides/slide383.xml"/><Relationship Id="rId391" Type="http://schemas.openxmlformats.org/officeDocument/2006/relationships/slide" Target="slides/slide384.xml"/><Relationship Id="rId392" Type="http://schemas.openxmlformats.org/officeDocument/2006/relationships/slide" Target="slides/slide385.xml"/><Relationship Id="rId393" Type="http://schemas.openxmlformats.org/officeDocument/2006/relationships/slide" Target="slides/slide386.xml"/><Relationship Id="rId394" Type="http://schemas.openxmlformats.org/officeDocument/2006/relationships/slide" Target="slides/slide387.xml"/><Relationship Id="rId395" Type="http://schemas.openxmlformats.org/officeDocument/2006/relationships/slide" Target="slides/slide388.xml"/><Relationship Id="rId396" Type="http://schemas.openxmlformats.org/officeDocument/2006/relationships/slide" Target="slides/slide389.xml"/><Relationship Id="rId397" Type="http://schemas.openxmlformats.org/officeDocument/2006/relationships/slide" Target="slides/slide390.xml"/><Relationship Id="rId398" Type="http://schemas.openxmlformats.org/officeDocument/2006/relationships/slide" Target="slides/slide391.xml"/><Relationship Id="rId399" Type="http://schemas.openxmlformats.org/officeDocument/2006/relationships/slide" Target="slides/slide392.xml"/><Relationship Id="rId400" Type="http://schemas.openxmlformats.org/officeDocument/2006/relationships/slide" Target="slides/slide393.xml"/><Relationship Id="rId401" Type="http://schemas.openxmlformats.org/officeDocument/2006/relationships/slide" Target="slides/slide394.xml"/><Relationship Id="rId402" Type="http://schemas.openxmlformats.org/officeDocument/2006/relationships/slide" Target="slides/slide395.xml"/><Relationship Id="rId403" Type="http://schemas.openxmlformats.org/officeDocument/2006/relationships/slide" Target="slides/slide396.xml"/><Relationship Id="rId404" Type="http://schemas.openxmlformats.org/officeDocument/2006/relationships/slide" Target="slides/slide397.xml"/><Relationship Id="rId405" Type="http://schemas.openxmlformats.org/officeDocument/2006/relationships/slide" Target="slides/slide398.xml"/><Relationship Id="rId406" Type="http://schemas.openxmlformats.org/officeDocument/2006/relationships/slide" Target="slides/slide399.xml"/><Relationship Id="rId407" Type="http://schemas.openxmlformats.org/officeDocument/2006/relationships/slide" Target="slides/slide400.xml"/><Relationship Id="rId408" Type="http://schemas.openxmlformats.org/officeDocument/2006/relationships/slide" Target="slides/slide401.xml"/><Relationship Id="rId409" Type="http://schemas.openxmlformats.org/officeDocument/2006/relationships/slide" Target="slides/slide402.xml"/><Relationship Id="rId410" Type="http://schemas.openxmlformats.org/officeDocument/2006/relationships/slide" Target="slides/slide403.xml"/><Relationship Id="rId411" Type="http://schemas.openxmlformats.org/officeDocument/2006/relationships/slide" Target="slides/slide404.xml"/><Relationship Id="rId412" Type="http://schemas.openxmlformats.org/officeDocument/2006/relationships/slide" Target="slides/slide405.xml"/><Relationship Id="rId413" Type="http://schemas.openxmlformats.org/officeDocument/2006/relationships/slide" Target="slides/slide406.xml"/><Relationship Id="rId414" Type="http://schemas.openxmlformats.org/officeDocument/2006/relationships/slide" Target="slides/slide407.xml"/><Relationship Id="rId415" Type="http://schemas.openxmlformats.org/officeDocument/2006/relationships/slide" Target="slides/slide408.xml"/><Relationship Id="rId416" Type="http://schemas.openxmlformats.org/officeDocument/2006/relationships/slide" Target="slides/slide409.xml"/><Relationship Id="rId417" Type="http://schemas.openxmlformats.org/officeDocument/2006/relationships/slide" Target="slides/slide410.xml"/><Relationship Id="rId418" Type="http://schemas.openxmlformats.org/officeDocument/2006/relationships/slide" Target="slides/slide411.xml"/><Relationship Id="rId419" Type="http://schemas.openxmlformats.org/officeDocument/2006/relationships/slide" Target="slides/slide412.xml"/><Relationship Id="rId420" Type="http://schemas.openxmlformats.org/officeDocument/2006/relationships/slide" Target="slides/slide413.xml"/><Relationship Id="rId421" Type="http://schemas.openxmlformats.org/officeDocument/2006/relationships/slide" Target="slides/slide414.xml"/><Relationship Id="rId422" Type="http://schemas.openxmlformats.org/officeDocument/2006/relationships/slide" Target="slides/slide415.xml"/><Relationship Id="rId423" Type="http://schemas.openxmlformats.org/officeDocument/2006/relationships/slide" Target="slides/slide416.xml"/><Relationship Id="rId424" Type="http://schemas.openxmlformats.org/officeDocument/2006/relationships/slide" Target="slides/slide417.xml"/><Relationship Id="rId425" Type="http://schemas.openxmlformats.org/officeDocument/2006/relationships/slide" Target="slides/slide418.xml"/><Relationship Id="rId426" Type="http://schemas.openxmlformats.org/officeDocument/2006/relationships/slide" Target="slides/slide419.xml"/><Relationship Id="rId427" Type="http://schemas.openxmlformats.org/officeDocument/2006/relationships/slide" Target="slides/slide420.xml"/><Relationship Id="rId428" Type="http://schemas.openxmlformats.org/officeDocument/2006/relationships/slide" Target="slides/slide421.xml"/><Relationship Id="rId429" Type="http://schemas.openxmlformats.org/officeDocument/2006/relationships/slide" Target="slides/slide422.xml"/><Relationship Id="rId430" Type="http://schemas.openxmlformats.org/officeDocument/2006/relationships/slide" Target="slides/slide423.xml"/><Relationship Id="rId431" Type="http://schemas.openxmlformats.org/officeDocument/2006/relationships/slide" Target="slides/slide424.xml"/><Relationship Id="rId432" Type="http://schemas.openxmlformats.org/officeDocument/2006/relationships/slide" Target="slides/slide425.xml"/><Relationship Id="rId433" Type="http://schemas.openxmlformats.org/officeDocument/2006/relationships/slide" Target="slides/slide426.xml"/><Relationship Id="rId434" Type="http://schemas.openxmlformats.org/officeDocument/2006/relationships/slide" Target="slides/slide427.xml"/><Relationship Id="rId435" Type="http://schemas.openxmlformats.org/officeDocument/2006/relationships/slide" Target="slides/slide428.xml"/><Relationship Id="rId436" Type="http://schemas.openxmlformats.org/officeDocument/2006/relationships/slide" Target="slides/slide429.xml"/><Relationship Id="rId437" Type="http://schemas.openxmlformats.org/officeDocument/2006/relationships/slide" Target="slides/slide430.xml"/><Relationship Id="rId438" Type="http://schemas.openxmlformats.org/officeDocument/2006/relationships/slide" Target="slides/slide431.xml"/><Relationship Id="rId439" Type="http://schemas.openxmlformats.org/officeDocument/2006/relationships/slide" Target="slides/slide432.xml"/><Relationship Id="rId440" Type="http://schemas.openxmlformats.org/officeDocument/2006/relationships/slide" Target="slides/slide433.xml"/><Relationship Id="rId441" Type="http://schemas.openxmlformats.org/officeDocument/2006/relationships/slide" Target="slides/slide434.xml"/><Relationship Id="rId442" Type="http://schemas.openxmlformats.org/officeDocument/2006/relationships/slide" Target="slides/slide435.xml"/><Relationship Id="rId443" Type="http://schemas.openxmlformats.org/officeDocument/2006/relationships/slide" Target="slides/slide436.xml"/><Relationship Id="rId444" Type="http://schemas.openxmlformats.org/officeDocument/2006/relationships/slide" Target="slides/slide437.xml"/><Relationship Id="rId445" Type="http://schemas.openxmlformats.org/officeDocument/2006/relationships/slide" Target="slides/slide438.xml"/><Relationship Id="rId446" Type="http://schemas.openxmlformats.org/officeDocument/2006/relationships/slide" Target="slides/slide439.xml"/><Relationship Id="rId447" Type="http://schemas.openxmlformats.org/officeDocument/2006/relationships/slide" Target="slides/slide440.xml"/><Relationship Id="rId448" Type="http://schemas.openxmlformats.org/officeDocument/2006/relationships/slide" Target="slides/slide441.xml"/><Relationship Id="rId449" Type="http://schemas.openxmlformats.org/officeDocument/2006/relationships/slide" Target="slides/slide442.xml"/><Relationship Id="rId450" Type="http://schemas.openxmlformats.org/officeDocument/2006/relationships/slide" Target="slides/slide443.xml"/><Relationship Id="rId451" Type="http://schemas.openxmlformats.org/officeDocument/2006/relationships/slide" Target="slides/slide444.xml"/><Relationship Id="rId452" Type="http://schemas.openxmlformats.org/officeDocument/2006/relationships/slide" Target="slides/slide445.xml"/><Relationship Id="rId453" Type="http://schemas.openxmlformats.org/officeDocument/2006/relationships/slide" Target="slides/slide446.xml"/><Relationship Id="rId454" Type="http://schemas.openxmlformats.org/officeDocument/2006/relationships/slide" Target="slides/slide447.xml"/><Relationship Id="rId455" Type="http://schemas.openxmlformats.org/officeDocument/2006/relationships/slide" Target="slides/slide448.xml"/><Relationship Id="rId456" Type="http://schemas.openxmlformats.org/officeDocument/2006/relationships/slide" Target="slides/slide449.xml"/><Relationship Id="rId457" Type="http://schemas.openxmlformats.org/officeDocument/2006/relationships/slide" Target="slides/slide450.xml"/><Relationship Id="rId458" Type="http://schemas.openxmlformats.org/officeDocument/2006/relationships/slide" Target="slides/slide451.xml"/><Relationship Id="rId459" Type="http://schemas.openxmlformats.org/officeDocument/2006/relationships/slide" Target="slides/slide452.xml"/><Relationship Id="rId460" Type="http://schemas.openxmlformats.org/officeDocument/2006/relationships/slide" Target="slides/slide453.xml"/><Relationship Id="rId461" Type="http://schemas.openxmlformats.org/officeDocument/2006/relationships/slide" Target="slides/slide454.xml"/><Relationship Id="rId462" Type="http://schemas.openxmlformats.org/officeDocument/2006/relationships/slide" Target="slides/slide455.xml"/><Relationship Id="rId463" Type="http://schemas.openxmlformats.org/officeDocument/2006/relationships/slide" Target="slides/slide456.xml"/><Relationship Id="rId464" Type="http://schemas.openxmlformats.org/officeDocument/2006/relationships/slide" Target="slides/slide457.xml"/><Relationship Id="rId465" Type="http://schemas.openxmlformats.org/officeDocument/2006/relationships/slide" Target="slides/slide458.xml"/><Relationship Id="rId466" Type="http://schemas.openxmlformats.org/officeDocument/2006/relationships/slide" Target="slides/slide459.xml"/><Relationship Id="rId467" Type="http://schemas.openxmlformats.org/officeDocument/2006/relationships/slide" Target="slides/slide460.xml"/><Relationship Id="rId468" Type="http://schemas.openxmlformats.org/officeDocument/2006/relationships/slide" Target="slides/slide461.xml"/><Relationship Id="rId469" Type="http://schemas.openxmlformats.org/officeDocument/2006/relationships/slide" Target="slides/slide462.xml"/><Relationship Id="rId470" Type="http://schemas.openxmlformats.org/officeDocument/2006/relationships/slide" Target="slides/slide463.xml"/><Relationship Id="rId471" Type="http://schemas.openxmlformats.org/officeDocument/2006/relationships/slide" Target="slides/slide464.xml"/><Relationship Id="rId472" Type="http://schemas.openxmlformats.org/officeDocument/2006/relationships/slide" Target="slides/slide465.xml"/><Relationship Id="rId473" Type="http://schemas.openxmlformats.org/officeDocument/2006/relationships/slide" Target="slides/slide466.xml"/><Relationship Id="rId474" Type="http://schemas.openxmlformats.org/officeDocument/2006/relationships/slide" Target="slides/slide467.xml"/><Relationship Id="rId475" Type="http://schemas.openxmlformats.org/officeDocument/2006/relationships/slide" Target="slides/slide468.xml"/><Relationship Id="rId476" Type="http://schemas.openxmlformats.org/officeDocument/2006/relationships/slide" Target="slides/slide469.xml"/><Relationship Id="rId477" Type="http://schemas.openxmlformats.org/officeDocument/2006/relationships/slide" Target="slides/slide470.xml"/><Relationship Id="rId478" Type="http://schemas.openxmlformats.org/officeDocument/2006/relationships/slide" Target="slides/slide471.xml"/><Relationship Id="rId479" Type="http://schemas.openxmlformats.org/officeDocument/2006/relationships/slide" Target="slides/slide472.xml"/><Relationship Id="rId480" Type="http://schemas.openxmlformats.org/officeDocument/2006/relationships/slide" Target="slides/slide473.xml"/><Relationship Id="rId481" Type="http://schemas.openxmlformats.org/officeDocument/2006/relationships/slide" Target="slides/slide474.xml"/><Relationship Id="rId482" Type="http://schemas.openxmlformats.org/officeDocument/2006/relationships/slide" Target="slides/slide475.xml"/><Relationship Id="rId483" Type="http://schemas.openxmlformats.org/officeDocument/2006/relationships/slide" Target="slides/slide476.xml"/><Relationship Id="rId484" Type="http://schemas.openxmlformats.org/officeDocument/2006/relationships/slide" Target="slides/slide477.xml"/><Relationship Id="rId485" Type="http://schemas.openxmlformats.org/officeDocument/2006/relationships/slide" Target="slides/slide478.xml"/><Relationship Id="rId486" Type="http://schemas.openxmlformats.org/officeDocument/2006/relationships/slide" Target="slides/slide479.xml"/><Relationship Id="rId487" Type="http://schemas.openxmlformats.org/officeDocument/2006/relationships/slide" Target="slides/slide480.xml"/><Relationship Id="rId488" Type="http://schemas.openxmlformats.org/officeDocument/2006/relationships/slide" Target="slides/slide481.xml"/><Relationship Id="rId489" Type="http://schemas.openxmlformats.org/officeDocument/2006/relationships/slide" Target="slides/slide482.xml"/><Relationship Id="rId490" Type="http://schemas.openxmlformats.org/officeDocument/2006/relationships/slide" Target="slides/slide483.xml"/><Relationship Id="rId491" Type="http://schemas.openxmlformats.org/officeDocument/2006/relationships/slide" Target="slides/slide484.xml"/><Relationship Id="rId492" Type="http://schemas.openxmlformats.org/officeDocument/2006/relationships/slide" Target="slides/slide485.xml"/><Relationship Id="rId493" Type="http://schemas.openxmlformats.org/officeDocument/2006/relationships/slide" Target="slides/slide486.xml"/><Relationship Id="rId494" Type="http://schemas.openxmlformats.org/officeDocument/2006/relationships/slide" Target="slides/slide487.xml"/><Relationship Id="rId495" Type="http://schemas.openxmlformats.org/officeDocument/2006/relationships/slide" Target="slides/slide488.xml"/><Relationship Id="rId496" Type="http://schemas.openxmlformats.org/officeDocument/2006/relationships/slide" Target="slides/slide489.xml"/><Relationship Id="rId497" Type="http://schemas.openxmlformats.org/officeDocument/2006/relationships/slide" Target="slides/slide490.xml"/><Relationship Id="rId498" Type="http://schemas.openxmlformats.org/officeDocument/2006/relationships/slide" Target="slides/slide491.xml"/><Relationship Id="rId499" Type="http://schemas.openxmlformats.org/officeDocument/2006/relationships/slide" Target="slides/slide492.xml"/><Relationship Id="rId500" Type="http://schemas.openxmlformats.org/officeDocument/2006/relationships/slide" Target="slides/slide493.xml"/><Relationship Id="rId501" Type="http://schemas.openxmlformats.org/officeDocument/2006/relationships/slide" Target="slides/slide494.xml"/><Relationship Id="rId502" Type="http://schemas.openxmlformats.org/officeDocument/2006/relationships/slide" Target="slides/slide495.xml"/><Relationship Id="rId503" Type="http://schemas.openxmlformats.org/officeDocument/2006/relationships/slide" Target="slides/slide496.xml"/><Relationship Id="rId504" Type="http://schemas.openxmlformats.org/officeDocument/2006/relationships/slide" Target="slides/slide497.xml"/><Relationship Id="rId505" Type="http://schemas.openxmlformats.org/officeDocument/2006/relationships/slide" Target="slides/slide498.xml"/><Relationship Id="rId506" Type="http://schemas.openxmlformats.org/officeDocument/2006/relationships/slide" Target="slides/slide499.xml"/><Relationship Id="rId507" Type="http://schemas.openxmlformats.org/officeDocument/2006/relationships/slide" Target="slides/slide500.xml"/><Relationship Id="rId508" Type="http://schemas.openxmlformats.org/officeDocument/2006/relationships/slide" Target="slides/slide501.xml"/><Relationship Id="rId509" Type="http://schemas.openxmlformats.org/officeDocument/2006/relationships/slide" Target="slides/slide502.xml"/><Relationship Id="rId510" Type="http://schemas.openxmlformats.org/officeDocument/2006/relationships/slide" Target="slides/slide503.xml"/><Relationship Id="rId511" Type="http://schemas.openxmlformats.org/officeDocument/2006/relationships/slide" Target="slides/slide504.xml"/><Relationship Id="rId512" Type="http://schemas.openxmlformats.org/officeDocument/2006/relationships/slide" Target="slides/slide505.xml"/><Relationship Id="rId513" Type="http://schemas.openxmlformats.org/officeDocument/2006/relationships/slide" Target="slides/slide506.xml"/><Relationship Id="rId514" Type="http://schemas.openxmlformats.org/officeDocument/2006/relationships/slide" Target="slides/slide507.xml"/><Relationship Id="rId515" Type="http://schemas.openxmlformats.org/officeDocument/2006/relationships/slide" Target="slides/slide508.xml"/><Relationship Id="rId516" Type="http://schemas.openxmlformats.org/officeDocument/2006/relationships/slide" Target="slides/slide509.xml"/><Relationship Id="rId517" Type="http://schemas.openxmlformats.org/officeDocument/2006/relationships/slide" Target="slides/slide510.xml"/><Relationship Id="rId518" Type="http://schemas.openxmlformats.org/officeDocument/2006/relationships/slide" Target="slides/slide511.xml"/><Relationship Id="rId519" Type="http://schemas.openxmlformats.org/officeDocument/2006/relationships/slide" Target="slides/slide512.xml"/><Relationship Id="rId520" Type="http://schemas.openxmlformats.org/officeDocument/2006/relationships/slide" Target="slides/slide513.xml"/><Relationship Id="rId521" Type="http://schemas.openxmlformats.org/officeDocument/2006/relationships/slide" Target="slides/slide514.xml"/><Relationship Id="rId522" Type="http://schemas.openxmlformats.org/officeDocument/2006/relationships/slide" Target="slides/slide515.xml"/><Relationship Id="rId523" Type="http://schemas.openxmlformats.org/officeDocument/2006/relationships/slide" Target="slides/slide516.xml"/><Relationship Id="rId524" Type="http://schemas.openxmlformats.org/officeDocument/2006/relationships/slide" Target="slides/slide517.xml"/><Relationship Id="rId525" Type="http://schemas.openxmlformats.org/officeDocument/2006/relationships/slide" Target="slides/slide518.xml"/><Relationship Id="rId526" Type="http://schemas.openxmlformats.org/officeDocument/2006/relationships/slide" Target="slides/slide519.xml"/><Relationship Id="rId527" Type="http://schemas.openxmlformats.org/officeDocument/2006/relationships/slide" Target="slides/slide520.xml"/><Relationship Id="rId528" Type="http://schemas.openxmlformats.org/officeDocument/2006/relationships/slide" Target="slides/slide521.xml"/><Relationship Id="rId529" Type="http://schemas.openxmlformats.org/officeDocument/2006/relationships/slide" Target="slides/slide522.xml"/><Relationship Id="rId530" Type="http://schemas.openxmlformats.org/officeDocument/2006/relationships/slide" Target="slides/slide523.xml"/><Relationship Id="rId531" Type="http://schemas.openxmlformats.org/officeDocument/2006/relationships/slide" Target="slides/slide524.xml"/><Relationship Id="rId532" Type="http://schemas.openxmlformats.org/officeDocument/2006/relationships/slide" Target="slides/slide525.xml"/><Relationship Id="rId533" Type="http://schemas.openxmlformats.org/officeDocument/2006/relationships/slide" Target="slides/slide526.xml"/><Relationship Id="rId534" Type="http://schemas.openxmlformats.org/officeDocument/2006/relationships/slide" Target="slides/slide527.xml"/><Relationship Id="rId535" Type="http://schemas.openxmlformats.org/officeDocument/2006/relationships/slide" Target="slides/slide528.xml"/><Relationship Id="rId536" Type="http://schemas.openxmlformats.org/officeDocument/2006/relationships/slide" Target="slides/slide529.xml"/><Relationship Id="rId537" Type="http://schemas.openxmlformats.org/officeDocument/2006/relationships/slide" Target="slides/slide530.xml"/><Relationship Id="rId538" Type="http://schemas.openxmlformats.org/officeDocument/2006/relationships/slide" Target="slides/slide531.xml"/><Relationship Id="rId539" Type="http://schemas.openxmlformats.org/officeDocument/2006/relationships/slide" Target="slides/slide532.xml"/><Relationship Id="rId540" Type="http://schemas.openxmlformats.org/officeDocument/2006/relationships/slide" Target="slides/slide533.xml"/><Relationship Id="rId541" Type="http://schemas.openxmlformats.org/officeDocument/2006/relationships/slide" Target="slides/slide534.xml"/><Relationship Id="rId542" Type="http://schemas.openxmlformats.org/officeDocument/2006/relationships/slide" Target="slides/slide535.xml"/><Relationship Id="rId543" Type="http://schemas.openxmlformats.org/officeDocument/2006/relationships/slide" Target="slides/slide536.xml"/><Relationship Id="rId544" Type="http://schemas.openxmlformats.org/officeDocument/2006/relationships/slide" Target="slides/slide537.xml"/><Relationship Id="rId545" Type="http://schemas.openxmlformats.org/officeDocument/2006/relationships/slide" Target="slides/slide538.xml"/><Relationship Id="rId546" Type="http://schemas.openxmlformats.org/officeDocument/2006/relationships/slide" Target="slides/slide539.xml"/><Relationship Id="rId547" Type="http://schemas.openxmlformats.org/officeDocument/2006/relationships/slide" Target="slides/slide540.xml"/><Relationship Id="rId548" Type="http://schemas.openxmlformats.org/officeDocument/2006/relationships/slide" Target="slides/slide541.xml"/><Relationship Id="rId549" Type="http://schemas.openxmlformats.org/officeDocument/2006/relationships/slide" Target="slides/slide542.xml"/><Relationship Id="rId550" Type="http://schemas.openxmlformats.org/officeDocument/2006/relationships/slide" Target="slides/slide543.xml"/><Relationship Id="rId551" Type="http://schemas.openxmlformats.org/officeDocument/2006/relationships/slide" Target="slides/slide544.xml"/><Relationship Id="rId552" Type="http://schemas.openxmlformats.org/officeDocument/2006/relationships/slide" Target="slides/slide545.xml"/><Relationship Id="rId553" Type="http://schemas.openxmlformats.org/officeDocument/2006/relationships/slide" Target="slides/slide546.xml"/><Relationship Id="rId554" Type="http://schemas.openxmlformats.org/officeDocument/2006/relationships/slide" Target="slides/slide547.xml"/><Relationship Id="rId555" Type="http://schemas.openxmlformats.org/officeDocument/2006/relationships/slide" Target="slides/slide548.xml"/><Relationship Id="rId556" Type="http://schemas.openxmlformats.org/officeDocument/2006/relationships/slide" Target="slides/slide549.xml"/><Relationship Id="rId557" Type="http://schemas.openxmlformats.org/officeDocument/2006/relationships/slide" Target="slides/slide550.xml"/><Relationship Id="rId558" Type="http://schemas.openxmlformats.org/officeDocument/2006/relationships/slide" Target="slides/slide551.xml"/><Relationship Id="rId559" Type="http://schemas.openxmlformats.org/officeDocument/2006/relationships/slide" Target="slides/slide552.xml"/><Relationship Id="rId560" Type="http://schemas.openxmlformats.org/officeDocument/2006/relationships/slide" Target="slides/slide553.xml"/><Relationship Id="rId561" Type="http://schemas.openxmlformats.org/officeDocument/2006/relationships/slide" Target="slides/slide554.xml"/><Relationship Id="rId562" Type="http://schemas.openxmlformats.org/officeDocument/2006/relationships/slide" Target="slides/slide555.xml"/><Relationship Id="rId563" Type="http://schemas.openxmlformats.org/officeDocument/2006/relationships/slide" Target="slides/slide556.xml"/><Relationship Id="rId564" Type="http://schemas.openxmlformats.org/officeDocument/2006/relationships/slide" Target="slides/slide557.xml"/><Relationship Id="rId565" Type="http://schemas.openxmlformats.org/officeDocument/2006/relationships/slide" Target="slides/slide558.xml"/><Relationship Id="rId566" Type="http://schemas.openxmlformats.org/officeDocument/2006/relationships/slide" Target="slides/slide559.xml"/><Relationship Id="rId567" Type="http://schemas.openxmlformats.org/officeDocument/2006/relationships/slide" Target="slides/slide560.xml"/><Relationship Id="rId568" Type="http://schemas.openxmlformats.org/officeDocument/2006/relationships/slide" Target="slides/slide561.xml"/><Relationship Id="rId569" Type="http://schemas.openxmlformats.org/officeDocument/2006/relationships/slide" Target="slides/slide562.xml"/><Relationship Id="rId570" Type="http://schemas.openxmlformats.org/officeDocument/2006/relationships/slide" Target="slides/slide563.xml"/><Relationship Id="rId571" Type="http://schemas.openxmlformats.org/officeDocument/2006/relationships/slide" Target="slides/slide564.xml"/><Relationship Id="rId572" Type="http://schemas.openxmlformats.org/officeDocument/2006/relationships/slide" Target="slides/slide565.xml"/><Relationship Id="rId573" Type="http://schemas.openxmlformats.org/officeDocument/2006/relationships/slide" Target="slides/slide566.xml"/><Relationship Id="rId574" Type="http://schemas.openxmlformats.org/officeDocument/2006/relationships/slide" Target="slides/slide567.xml"/><Relationship Id="rId575" Type="http://schemas.openxmlformats.org/officeDocument/2006/relationships/slide" Target="slides/slide568.xml"/><Relationship Id="rId576" Type="http://schemas.openxmlformats.org/officeDocument/2006/relationships/slide" Target="slides/slide569.xml"/><Relationship Id="rId577" Type="http://schemas.openxmlformats.org/officeDocument/2006/relationships/slide" Target="slides/slide570.xml"/><Relationship Id="rId578" Type="http://schemas.openxmlformats.org/officeDocument/2006/relationships/slide" Target="slides/slide571.xml"/><Relationship Id="rId579" Type="http://schemas.openxmlformats.org/officeDocument/2006/relationships/slide" Target="slides/slide572.xml"/><Relationship Id="rId580" Type="http://schemas.openxmlformats.org/officeDocument/2006/relationships/slide" Target="slides/slide573.xml"/><Relationship Id="rId581" Type="http://schemas.openxmlformats.org/officeDocument/2006/relationships/slide" Target="slides/slide574.xml"/><Relationship Id="rId582" Type="http://schemas.openxmlformats.org/officeDocument/2006/relationships/slide" Target="slides/slide575.xml"/><Relationship Id="rId583" Type="http://schemas.openxmlformats.org/officeDocument/2006/relationships/slide" Target="slides/slide576.xml"/><Relationship Id="rId584" Type="http://schemas.openxmlformats.org/officeDocument/2006/relationships/slide" Target="slides/slide577.xml"/><Relationship Id="rId585" Type="http://schemas.openxmlformats.org/officeDocument/2006/relationships/slide" Target="slides/slide578.xml"/><Relationship Id="rId586" Type="http://schemas.openxmlformats.org/officeDocument/2006/relationships/slide" Target="slides/slide579.xml"/><Relationship Id="rId587" Type="http://schemas.openxmlformats.org/officeDocument/2006/relationships/slide" Target="slides/slide580.xml"/><Relationship Id="rId588" Type="http://schemas.openxmlformats.org/officeDocument/2006/relationships/slide" Target="slides/slide581.xml"/><Relationship Id="rId589" Type="http://schemas.openxmlformats.org/officeDocument/2006/relationships/slide" Target="slides/slide582.xml"/><Relationship Id="rId590" Type="http://schemas.openxmlformats.org/officeDocument/2006/relationships/slide" Target="slides/slide583.xml"/><Relationship Id="rId591" Type="http://schemas.openxmlformats.org/officeDocument/2006/relationships/slide" Target="slides/slide584.xml"/><Relationship Id="rId592" Type="http://schemas.openxmlformats.org/officeDocument/2006/relationships/slide" Target="slides/slide585.xml"/><Relationship Id="rId593" Type="http://schemas.openxmlformats.org/officeDocument/2006/relationships/slide" Target="slides/slide586.xml"/><Relationship Id="rId594" Type="http://schemas.openxmlformats.org/officeDocument/2006/relationships/slide" Target="slides/slide587.xml"/><Relationship Id="rId595" Type="http://schemas.openxmlformats.org/officeDocument/2006/relationships/slide" Target="slides/slide588.xml"/><Relationship Id="rId596" Type="http://schemas.openxmlformats.org/officeDocument/2006/relationships/slide" Target="slides/slide589.xml"/><Relationship Id="rId597" Type="http://schemas.openxmlformats.org/officeDocument/2006/relationships/slide" Target="slides/slide590.xml"/><Relationship Id="rId598" Type="http://schemas.openxmlformats.org/officeDocument/2006/relationships/slide" Target="slides/slide591.xml"/><Relationship Id="rId599" Type="http://schemas.openxmlformats.org/officeDocument/2006/relationships/slide" Target="slides/slide592.xml"/><Relationship Id="rId600" Type="http://schemas.openxmlformats.org/officeDocument/2006/relationships/slide" Target="slides/slide593.xml"/><Relationship Id="rId601" Type="http://schemas.openxmlformats.org/officeDocument/2006/relationships/slide" Target="slides/slide594.xml"/><Relationship Id="rId602" Type="http://schemas.openxmlformats.org/officeDocument/2006/relationships/slide" Target="slides/slide595.xml"/><Relationship Id="rId603" Type="http://schemas.openxmlformats.org/officeDocument/2006/relationships/slide" Target="slides/slide596.xml"/><Relationship Id="rId604" Type="http://schemas.openxmlformats.org/officeDocument/2006/relationships/slide" Target="slides/slide597.xml"/><Relationship Id="rId605" Type="http://schemas.openxmlformats.org/officeDocument/2006/relationships/slide" Target="slides/slide598.xml"/><Relationship Id="rId606" Type="http://schemas.openxmlformats.org/officeDocument/2006/relationships/slide" Target="slides/slide599.xml"/><Relationship Id="rId607" Type="http://schemas.openxmlformats.org/officeDocument/2006/relationships/slide" Target="slides/slide600.xml"/><Relationship Id="rId608" Type="http://schemas.openxmlformats.org/officeDocument/2006/relationships/slide" Target="slides/slide601.xml"/><Relationship Id="rId609" Type="http://schemas.openxmlformats.org/officeDocument/2006/relationships/slide" Target="slides/slide602.xml"/><Relationship Id="rId610" Type="http://schemas.openxmlformats.org/officeDocument/2006/relationships/slide" Target="slides/slide603.xml"/><Relationship Id="rId611" Type="http://schemas.openxmlformats.org/officeDocument/2006/relationships/slide" Target="slides/slide604.xml"/><Relationship Id="rId612" Type="http://schemas.openxmlformats.org/officeDocument/2006/relationships/slide" Target="slides/slide605.xml"/><Relationship Id="rId613" Type="http://schemas.openxmlformats.org/officeDocument/2006/relationships/slide" Target="slides/slide606.xml"/><Relationship Id="rId614" Type="http://schemas.openxmlformats.org/officeDocument/2006/relationships/slide" Target="slides/slide607.xml"/><Relationship Id="rId615" Type="http://schemas.openxmlformats.org/officeDocument/2006/relationships/slide" Target="slides/slide608.xml"/><Relationship Id="rId616" Type="http://schemas.openxmlformats.org/officeDocument/2006/relationships/slide" Target="slides/slide609.xml"/><Relationship Id="rId617" Type="http://schemas.openxmlformats.org/officeDocument/2006/relationships/slide" Target="slides/slide610.xml"/><Relationship Id="rId618" Type="http://schemas.openxmlformats.org/officeDocument/2006/relationships/slide" Target="slides/slide611.xml"/><Relationship Id="rId619" Type="http://schemas.openxmlformats.org/officeDocument/2006/relationships/slide" Target="slides/slide612.xml"/><Relationship Id="rId620" Type="http://schemas.openxmlformats.org/officeDocument/2006/relationships/slide" Target="slides/slide613.xml"/><Relationship Id="rId621" Type="http://schemas.openxmlformats.org/officeDocument/2006/relationships/slide" Target="slides/slide614.xml"/><Relationship Id="rId622" Type="http://schemas.openxmlformats.org/officeDocument/2006/relationships/slide" Target="slides/slide615.xml"/><Relationship Id="rId623" Type="http://schemas.openxmlformats.org/officeDocument/2006/relationships/slide" Target="slides/slide616.xml"/><Relationship Id="rId624" Type="http://schemas.openxmlformats.org/officeDocument/2006/relationships/slide" Target="slides/slide617.xml"/><Relationship Id="rId625" Type="http://schemas.openxmlformats.org/officeDocument/2006/relationships/slide" Target="slides/slide618.xml"/><Relationship Id="rId626" Type="http://schemas.openxmlformats.org/officeDocument/2006/relationships/slide" Target="slides/slide619.xml"/><Relationship Id="rId627" Type="http://schemas.openxmlformats.org/officeDocument/2006/relationships/slide" Target="slides/slide620.xml"/><Relationship Id="rId628" Type="http://schemas.openxmlformats.org/officeDocument/2006/relationships/slide" Target="slides/slide621.xml"/><Relationship Id="rId629" Type="http://schemas.openxmlformats.org/officeDocument/2006/relationships/slide" Target="slides/slide622.xml"/><Relationship Id="rId630" Type="http://schemas.openxmlformats.org/officeDocument/2006/relationships/slide" Target="slides/slide623.xml"/><Relationship Id="rId631" Type="http://schemas.openxmlformats.org/officeDocument/2006/relationships/slide" Target="slides/slide624.xml"/><Relationship Id="rId632" Type="http://schemas.openxmlformats.org/officeDocument/2006/relationships/slide" Target="slides/slide625.xml"/><Relationship Id="rId633" Type="http://schemas.openxmlformats.org/officeDocument/2006/relationships/slide" Target="slides/slide626.xml"/><Relationship Id="rId634" Type="http://schemas.openxmlformats.org/officeDocument/2006/relationships/slide" Target="slides/slide627.xml"/><Relationship Id="rId635" Type="http://schemas.openxmlformats.org/officeDocument/2006/relationships/slide" Target="slides/slide628.xml"/><Relationship Id="rId636" Type="http://schemas.openxmlformats.org/officeDocument/2006/relationships/slide" Target="slides/slide629.xml"/><Relationship Id="rId637" Type="http://schemas.openxmlformats.org/officeDocument/2006/relationships/slide" Target="slides/slide630.xml"/><Relationship Id="rId638" Type="http://schemas.openxmlformats.org/officeDocument/2006/relationships/slide" Target="slides/slide631.xml"/><Relationship Id="rId639" Type="http://schemas.openxmlformats.org/officeDocument/2006/relationships/slide" Target="slides/slide632.xml"/><Relationship Id="rId640" Type="http://schemas.openxmlformats.org/officeDocument/2006/relationships/slide" Target="slides/slide633.xml"/><Relationship Id="rId641" Type="http://schemas.openxmlformats.org/officeDocument/2006/relationships/slide" Target="slides/slide634.xml"/><Relationship Id="rId642" Type="http://schemas.openxmlformats.org/officeDocument/2006/relationships/slide" Target="slides/slide635.xml"/><Relationship Id="rId643" Type="http://schemas.openxmlformats.org/officeDocument/2006/relationships/slide" Target="slides/slide636.xml"/><Relationship Id="rId644" Type="http://schemas.openxmlformats.org/officeDocument/2006/relationships/slide" Target="slides/slide637.xml"/><Relationship Id="rId645" Type="http://schemas.openxmlformats.org/officeDocument/2006/relationships/slide" Target="slides/slide638.xml"/><Relationship Id="rId646" Type="http://schemas.openxmlformats.org/officeDocument/2006/relationships/slide" Target="slides/slide639.xml"/><Relationship Id="rId647" Type="http://schemas.openxmlformats.org/officeDocument/2006/relationships/slide" Target="slides/slide640.xml"/><Relationship Id="rId648" Type="http://schemas.openxmlformats.org/officeDocument/2006/relationships/slide" Target="slides/slide641.xml"/><Relationship Id="rId649" Type="http://schemas.openxmlformats.org/officeDocument/2006/relationships/slide" Target="slides/slide642.xml"/><Relationship Id="rId650" Type="http://schemas.openxmlformats.org/officeDocument/2006/relationships/slide" Target="slides/slide643.xml"/><Relationship Id="rId651" Type="http://schemas.openxmlformats.org/officeDocument/2006/relationships/slide" Target="slides/slide644.xml"/><Relationship Id="rId652" Type="http://schemas.openxmlformats.org/officeDocument/2006/relationships/slide" Target="slides/slide645.xml"/><Relationship Id="rId653" Type="http://schemas.openxmlformats.org/officeDocument/2006/relationships/slide" Target="slides/slide646.xml"/><Relationship Id="rId654" Type="http://schemas.openxmlformats.org/officeDocument/2006/relationships/slide" Target="slides/slide647.xml"/><Relationship Id="rId655" Type="http://schemas.openxmlformats.org/officeDocument/2006/relationships/slide" Target="slides/slide648.xml"/><Relationship Id="rId656" Type="http://schemas.openxmlformats.org/officeDocument/2006/relationships/slide" Target="slides/slide649.xml"/><Relationship Id="rId657" Type="http://schemas.openxmlformats.org/officeDocument/2006/relationships/slide" Target="slides/slide650.xml"/><Relationship Id="rId658" Type="http://schemas.openxmlformats.org/officeDocument/2006/relationships/slide" Target="slides/slide651.xml"/><Relationship Id="rId659" Type="http://schemas.openxmlformats.org/officeDocument/2006/relationships/slide" Target="slides/slide652.xml"/><Relationship Id="rId660" Type="http://schemas.openxmlformats.org/officeDocument/2006/relationships/slide" Target="slides/slide653.xml"/><Relationship Id="rId661" Type="http://schemas.openxmlformats.org/officeDocument/2006/relationships/slide" Target="slides/slide654.xml"/><Relationship Id="rId662" Type="http://schemas.openxmlformats.org/officeDocument/2006/relationships/slide" Target="slides/slide655.xml"/><Relationship Id="rId663" Type="http://schemas.openxmlformats.org/officeDocument/2006/relationships/slide" Target="slides/slide656.xml"/><Relationship Id="rId664" Type="http://schemas.openxmlformats.org/officeDocument/2006/relationships/slide" Target="slides/slide657.xml"/><Relationship Id="rId665" Type="http://schemas.openxmlformats.org/officeDocument/2006/relationships/slide" Target="slides/slide658.xml"/><Relationship Id="rId666" Type="http://schemas.openxmlformats.org/officeDocument/2006/relationships/slide" Target="slides/slide659.xml"/><Relationship Id="rId667" Type="http://schemas.openxmlformats.org/officeDocument/2006/relationships/slide" Target="slides/slide660.xml"/><Relationship Id="rId668" Type="http://schemas.openxmlformats.org/officeDocument/2006/relationships/slide" Target="slides/slide661.xml"/><Relationship Id="rId669" Type="http://schemas.openxmlformats.org/officeDocument/2006/relationships/slide" Target="slides/slide662.xml"/><Relationship Id="rId670" Type="http://schemas.openxmlformats.org/officeDocument/2006/relationships/slide" Target="slides/slide663.xml"/><Relationship Id="rId671" Type="http://schemas.openxmlformats.org/officeDocument/2006/relationships/slide" Target="slides/slide664.xml"/><Relationship Id="rId672" Type="http://schemas.openxmlformats.org/officeDocument/2006/relationships/slide" Target="slides/slide665.xml"/><Relationship Id="rId673" Type="http://schemas.openxmlformats.org/officeDocument/2006/relationships/slide" Target="slides/slide666.xml"/><Relationship Id="rId674" Type="http://schemas.openxmlformats.org/officeDocument/2006/relationships/slide" Target="slides/slide667.xml"/><Relationship Id="rId675" Type="http://schemas.openxmlformats.org/officeDocument/2006/relationships/slide" Target="slides/slide668.xml"/><Relationship Id="rId676" Type="http://schemas.openxmlformats.org/officeDocument/2006/relationships/slide" Target="slides/slide669.xml"/><Relationship Id="rId677" Type="http://schemas.openxmlformats.org/officeDocument/2006/relationships/slide" Target="slides/slide670.xml"/><Relationship Id="rId678" Type="http://schemas.openxmlformats.org/officeDocument/2006/relationships/slide" Target="slides/slide671.xml"/><Relationship Id="rId679" Type="http://schemas.openxmlformats.org/officeDocument/2006/relationships/slide" Target="slides/slide672.xml"/><Relationship Id="rId680" Type="http://schemas.openxmlformats.org/officeDocument/2006/relationships/slide" Target="slides/slide673.xml"/><Relationship Id="rId681" Type="http://schemas.openxmlformats.org/officeDocument/2006/relationships/slide" Target="slides/slide674.xml"/><Relationship Id="rId682" Type="http://schemas.openxmlformats.org/officeDocument/2006/relationships/slide" Target="slides/slide675.xml"/><Relationship Id="rId683" Type="http://schemas.openxmlformats.org/officeDocument/2006/relationships/slide" Target="slides/slide676.xml"/><Relationship Id="rId684" Type="http://schemas.openxmlformats.org/officeDocument/2006/relationships/slide" Target="slides/slide677.xml"/><Relationship Id="rId685" Type="http://schemas.openxmlformats.org/officeDocument/2006/relationships/slide" Target="slides/slide678.xml"/><Relationship Id="rId686" Type="http://schemas.openxmlformats.org/officeDocument/2006/relationships/slide" Target="slides/slide679.xml"/><Relationship Id="rId687" Type="http://schemas.openxmlformats.org/officeDocument/2006/relationships/slide" Target="slides/slide680.xml"/><Relationship Id="rId688" Type="http://schemas.openxmlformats.org/officeDocument/2006/relationships/slide" Target="slides/slide681.xml"/><Relationship Id="rId689" Type="http://schemas.openxmlformats.org/officeDocument/2006/relationships/slide" Target="slides/slide682.xml"/><Relationship Id="rId690" Type="http://schemas.openxmlformats.org/officeDocument/2006/relationships/slide" Target="slides/slide683.xml"/><Relationship Id="rId691" Type="http://schemas.openxmlformats.org/officeDocument/2006/relationships/slide" Target="slides/slide684.xml"/><Relationship Id="rId692" Type="http://schemas.openxmlformats.org/officeDocument/2006/relationships/slide" Target="slides/slide685.xml"/><Relationship Id="rId693" Type="http://schemas.openxmlformats.org/officeDocument/2006/relationships/slide" Target="slides/slide686.xml"/><Relationship Id="rId694" Type="http://schemas.openxmlformats.org/officeDocument/2006/relationships/slide" Target="slides/slide687.xml"/><Relationship Id="rId695" Type="http://schemas.openxmlformats.org/officeDocument/2006/relationships/slide" Target="slides/slide688.xml"/><Relationship Id="rId696" Type="http://schemas.openxmlformats.org/officeDocument/2006/relationships/slide" Target="slides/slide689.xml"/><Relationship Id="rId697" Type="http://schemas.openxmlformats.org/officeDocument/2006/relationships/slide" Target="slides/slide690.xml"/><Relationship Id="rId698" Type="http://schemas.openxmlformats.org/officeDocument/2006/relationships/slide" Target="slides/slide691.xml"/><Relationship Id="rId699" Type="http://schemas.openxmlformats.org/officeDocument/2006/relationships/slide" Target="slides/slide692.xml"/><Relationship Id="rId700" Type="http://schemas.openxmlformats.org/officeDocument/2006/relationships/slide" Target="slides/slide693.xml"/><Relationship Id="rId701" Type="http://schemas.openxmlformats.org/officeDocument/2006/relationships/slide" Target="slides/slide694.xml"/><Relationship Id="rId702" Type="http://schemas.openxmlformats.org/officeDocument/2006/relationships/slide" Target="slides/slide695.xml"/><Relationship Id="rId703" Type="http://schemas.openxmlformats.org/officeDocument/2006/relationships/slide" Target="slides/slide696.xml"/><Relationship Id="rId704" Type="http://schemas.openxmlformats.org/officeDocument/2006/relationships/slide" Target="slides/slide697.xml"/><Relationship Id="rId705" Type="http://schemas.openxmlformats.org/officeDocument/2006/relationships/slide" Target="slides/slide698.xml"/><Relationship Id="rId706" Type="http://schemas.openxmlformats.org/officeDocument/2006/relationships/slide" Target="slides/slide699.xml"/><Relationship Id="rId707" Type="http://schemas.openxmlformats.org/officeDocument/2006/relationships/slide" Target="slides/slide700.xml"/><Relationship Id="rId708" Type="http://schemas.openxmlformats.org/officeDocument/2006/relationships/slide" Target="slides/slide701.xml"/><Relationship Id="rId709" Type="http://schemas.openxmlformats.org/officeDocument/2006/relationships/slide" Target="slides/slide702.xml"/><Relationship Id="rId710" Type="http://schemas.openxmlformats.org/officeDocument/2006/relationships/slide" Target="slides/slide703.xml"/><Relationship Id="rId711" Type="http://schemas.openxmlformats.org/officeDocument/2006/relationships/slide" Target="slides/slide704.xml"/><Relationship Id="rId712" Type="http://schemas.openxmlformats.org/officeDocument/2006/relationships/slide" Target="slides/slide705.xml"/><Relationship Id="rId713" Type="http://schemas.openxmlformats.org/officeDocument/2006/relationships/slide" Target="slides/slide706.xml"/><Relationship Id="rId714" Type="http://schemas.openxmlformats.org/officeDocument/2006/relationships/slide" Target="slides/slide707.xml"/><Relationship Id="rId715" Type="http://schemas.openxmlformats.org/officeDocument/2006/relationships/slide" Target="slides/slide708.xml"/><Relationship Id="rId716" Type="http://schemas.openxmlformats.org/officeDocument/2006/relationships/slide" Target="slides/slide709.xml"/><Relationship Id="rId717" Type="http://schemas.openxmlformats.org/officeDocument/2006/relationships/slide" Target="slides/slide710.xml"/><Relationship Id="rId718" Type="http://schemas.openxmlformats.org/officeDocument/2006/relationships/slide" Target="slides/slide711.xml"/><Relationship Id="rId719" Type="http://schemas.openxmlformats.org/officeDocument/2006/relationships/slide" Target="slides/slide712.xml"/><Relationship Id="rId720" Type="http://schemas.openxmlformats.org/officeDocument/2006/relationships/slide" Target="slides/slide713.xml"/><Relationship Id="rId721" Type="http://schemas.openxmlformats.org/officeDocument/2006/relationships/slide" Target="slides/slide714.xml"/><Relationship Id="rId722" Type="http://schemas.openxmlformats.org/officeDocument/2006/relationships/slide" Target="slides/slide715.xml"/><Relationship Id="rId723" Type="http://schemas.openxmlformats.org/officeDocument/2006/relationships/slide" Target="slides/slide716.xml"/><Relationship Id="rId724" Type="http://schemas.openxmlformats.org/officeDocument/2006/relationships/slide" Target="slides/slide717.xml"/><Relationship Id="rId725" Type="http://schemas.openxmlformats.org/officeDocument/2006/relationships/slide" Target="slides/slide718.xml"/><Relationship Id="rId726" Type="http://schemas.openxmlformats.org/officeDocument/2006/relationships/slide" Target="slides/slide719.xml"/><Relationship Id="rId727" Type="http://schemas.openxmlformats.org/officeDocument/2006/relationships/slide" Target="slides/slide720.xml"/><Relationship Id="rId728" Type="http://schemas.openxmlformats.org/officeDocument/2006/relationships/slide" Target="slides/slide721.xml"/><Relationship Id="rId729" Type="http://schemas.openxmlformats.org/officeDocument/2006/relationships/slide" Target="slides/slide722.xml"/><Relationship Id="rId730" Type="http://schemas.openxmlformats.org/officeDocument/2006/relationships/slide" Target="slides/slide723.xml"/><Relationship Id="rId731" Type="http://schemas.openxmlformats.org/officeDocument/2006/relationships/slide" Target="slides/slide724.xml"/><Relationship Id="rId732" Type="http://schemas.openxmlformats.org/officeDocument/2006/relationships/slide" Target="slides/slide725.xml"/><Relationship Id="rId733" Type="http://schemas.openxmlformats.org/officeDocument/2006/relationships/slide" Target="slides/slide726.xml"/><Relationship Id="rId734" Type="http://schemas.openxmlformats.org/officeDocument/2006/relationships/slide" Target="slides/slide727.xml"/><Relationship Id="rId735" Type="http://schemas.openxmlformats.org/officeDocument/2006/relationships/slide" Target="slides/slide728.xml"/><Relationship Id="rId736" Type="http://schemas.openxmlformats.org/officeDocument/2006/relationships/slide" Target="slides/slide729.xml"/><Relationship Id="rId737" Type="http://schemas.openxmlformats.org/officeDocument/2006/relationships/slide" Target="slides/slide730.xml"/><Relationship Id="rId738" Type="http://schemas.openxmlformats.org/officeDocument/2006/relationships/slide" Target="slides/slide731.xml"/><Relationship Id="rId739" Type="http://schemas.openxmlformats.org/officeDocument/2006/relationships/slide" Target="slides/slide732.xml"/><Relationship Id="rId740" Type="http://schemas.openxmlformats.org/officeDocument/2006/relationships/slide" Target="slides/slide733.xml"/><Relationship Id="rId741" Type="http://schemas.openxmlformats.org/officeDocument/2006/relationships/slide" Target="slides/slide734.xml"/><Relationship Id="rId742" Type="http://schemas.openxmlformats.org/officeDocument/2006/relationships/slide" Target="slides/slide735.xml"/><Relationship Id="rId743" Type="http://schemas.openxmlformats.org/officeDocument/2006/relationships/slide" Target="slides/slide736.xml"/><Relationship Id="rId744" Type="http://schemas.openxmlformats.org/officeDocument/2006/relationships/slide" Target="slides/slide737.xml"/><Relationship Id="rId745" Type="http://schemas.openxmlformats.org/officeDocument/2006/relationships/slide" Target="slides/slide738.xml"/><Relationship Id="rId746" Type="http://schemas.openxmlformats.org/officeDocument/2006/relationships/slide" Target="slides/slide739.xml"/><Relationship Id="rId747" Type="http://schemas.openxmlformats.org/officeDocument/2006/relationships/slide" Target="slides/slide740.xml"/><Relationship Id="rId748" Type="http://schemas.openxmlformats.org/officeDocument/2006/relationships/slide" Target="slides/slide741.xml"/><Relationship Id="rId749" Type="http://schemas.openxmlformats.org/officeDocument/2006/relationships/slide" Target="slides/slide742.xml"/><Relationship Id="rId750" Type="http://schemas.openxmlformats.org/officeDocument/2006/relationships/slide" Target="slides/slide743.xml"/><Relationship Id="rId751" Type="http://schemas.openxmlformats.org/officeDocument/2006/relationships/slide" Target="slides/slide744.xml"/><Relationship Id="rId752" Type="http://schemas.openxmlformats.org/officeDocument/2006/relationships/slide" Target="slides/slide745.xml"/><Relationship Id="rId753" Type="http://schemas.openxmlformats.org/officeDocument/2006/relationships/slide" Target="slides/slide746.xml"/><Relationship Id="rId754" Type="http://schemas.openxmlformats.org/officeDocument/2006/relationships/slide" Target="slides/slide747.xml"/><Relationship Id="rId755" Type="http://schemas.openxmlformats.org/officeDocument/2006/relationships/slide" Target="slides/slide748.xml"/><Relationship Id="rId756" Type="http://schemas.openxmlformats.org/officeDocument/2006/relationships/slide" Target="slides/slide749.xml"/><Relationship Id="rId757" Type="http://schemas.openxmlformats.org/officeDocument/2006/relationships/slide" Target="slides/slide750.xml"/><Relationship Id="rId758" Type="http://schemas.openxmlformats.org/officeDocument/2006/relationships/slide" Target="slides/slide751.xml"/><Relationship Id="rId759" Type="http://schemas.openxmlformats.org/officeDocument/2006/relationships/slide" Target="slides/slide752.xml"/><Relationship Id="rId760" Type="http://schemas.openxmlformats.org/officeDocument/2006/relationships/slide" Target="slides/slide753.xml"/><Relationship Id="rId761" Type="http://schemas.openxmlformats.org/officeDocument/2006/relationships/slide" Target="slides/slide754.xml"/><Relationship Id="rId762" Type="http://schemas.openxmlformats.org/officeDocument/2006/relationships/slide" Target="slides/slide755.xml"/><Relationship Id="rId763" Type="http://schemas.openxmlformats.org/officeDocument/2006/relationships/slide" Target="slides/slide756.xml"/><Relationship Id="rId764" Type="http://schemas.openxmlformats.org/officeDocument/2006/relationships/slide" Target="slides/slide757.xml"/><Relationship Id="rId765" Type="http://schemas.openxmlformats.org/officeDocument/2006/relationships/slide" Target="slides/slide758.xml"/><Relationship Id="rId766" Type="http://schemas.openxmlformats.org/officeDocument/2006/relationships/slide" Target="slides/slide759.xml"/><Relationship Id="rId767" Type="http://schemas.openxmlformats.org/officeDocument/2006/relationships/slide" Target="slides/slide760.xml"/><Relationship Id="rId768" Type="http://schemas.openxmlformats.org/officeDocument/2006/relationships/slide" Target="slides/slide761.xml"/><Relationship Id="rId769" Type="http://schemas.openxmlformats.org/officeDocument/2006/relationships/slide" Target="slides/slide762.xml"/><Relationship Id="rId770" Type="http://schemas.openxmlformats.org/officeDocument/2006/relationships/slide" Target="slides/slide763.xml"/><Relationship Id="rId771" Type="http://schemas.openxmlformats.org/officeDocument/2006/relationships/slide" Target="slides/slide764.xml"/><Relationship Id="rId772" Type="http://schemas.openxmlformats.org/officeDocument/2006/relationships/slide" Target="slides/slide765.xml"/><Relationship Id="rId773" Type="http://schemas.openxmlformats.org/officeDocument/2006/relationships/slide" Target="slides/slide766.xml"/><Relationship Id="rId774" Type="http://schemas.openxmlformats.org/officeDocument/2006/relationships/slide" Target="slides/slide767.xml"/><Relationship Id="rId775" Type="http://schemas.openxmlformats.org/officeDocument/2006/relationships/slide" Target="slides/slide768.xml"/><Relationship Id="rId776" Type="http://schemas.openxmlformats.org/officeDocument/2006/relationships/slide" Target="slides/slide769.xml"/><Relationship Id="rId777" Type="http://schemas.openxmlformats.org/officeDocument/2006/relationships/slide" Target="slides/slide770.xml"/><Relationship Id="rId778" Type="http://schemas.openxmlformats.org/officeDocument/2006/relationships/slide" Target="slides/slide771.xml"/><Relationship Id="rId779" Type="http://schemas.openxmlformats.org/officeDocument/2006/relationships/slide" Target="slides/slide772.xml"/><Relationship Id="rId780" Type="http://schemas.openxmlformats.org/officeDocument/2006/relationships/slide" Target="slides/slide773.xml"/><Relationship Id="rId781" Type="http://schemas.openxmlformats.org/officeDocument/2006/relationships/slide" Target="slides/slide774.xml"/><Relationship Id="rId782" Type="http://schemas.openxmlformats.org/officeDocument/2006/relationships/slide" Target="slides/slide775.xml"/><Relationship Id="rId783" Type="http://schemas.openxmlformats.org/officeDocument/2006/relationships/slide" Target="slides/slide776.xml"/><Relationship Id="rId784" Type="http://schemas.openxmlformats.org/officeDocument/2006/relationships/slide" Target="slides/slide777.xml"/><Relationship Id="rId785" Type="http://schemas.openxmlformats.org/officeDocument/2006/relationships/slide" Target="slides/slide778.xml"/><Relationship Id="rId786" Type="http://schemas.openxmlformats.org/officeDocument/2006/relationships/slide" Target="slides/slide779.xml"/><Relationship Id="rId787" Type="http://schemas.openxmlformats.org/officeDocument/2006/relationships/slide" Target="slides/slide780.xml"/><Relationship Id="rId788" Type="http://schemas.openxmlformats.org/officeDocument/2006/relationships/slide" Target="slides/slide781.xml"/><Relationship Id="rId789" Type="http://schemas.openxmlformats.org/officeDocument/2006/relationships/slide" Target="slides/slide782.xml"/><Relationship Id="rId790" Type="http://schemas.openxmlformats.org/officeDocument/2006/relationships/slide" Target="slides/slide783.xml"/><Relationship Id="rId791" Type="http://schemas.openxmlformats.org/officeDocument/2006/relationships/slide" Target="slides/slide784.xml"/><Relationship Id="rId792" Type="http://schemas.openxmlformats.org/officeDocument/2006/relationships/slide" Target="slides/slide785.xml"/><Relationship Id="rId793" Type="http://schemas.openxmlformats.org/officeDocument/2006/relationships/slide" Target="slides/slide786.xml"/><Relationship Id="rId794" Type="http://schemas.openxmlformats.org/officeDocument/2006/relationships/slide" Target="slides/slide787.xml"/><Relationship Id="rId795" Type="http://schemas.openxmlformats.org/officeDocument/2006/relationships/slide" Target="slides/slide788.xml"/><Relationship Id="rId796" Type="http://schemas.openxmlformats.org/officeDocument/2006/relationships/slide" Target="slides/slide789.xml"/><Relationship Id="rId797" Type="http://schemas.openxmlformats.org/officeDocument/2006/relationships/slide" Target="slides/slide790.xml"/><Relationship Id="rId798" Type="http://schemas.openxmlformats.org/officeDocument/2006/relationships/slide" Target="slides/slide791.xml"/><Relationship Id="rId799" Type="http://schemas.openxmlformats.org/officeDocument/2006/relationships/slide" Target="slides/slide792.xml"/><Relationship Id="rId800" Type="http://schemas.openxmlformats.org/officeDocument/2006/relationships/slide" Target="slides/slide793.xml"/><Relationship Id="rId801" Type="http://schemas.openxmlformats.org/officeDocument/2006/relationships/slide" Target="slides/slide794.xml"/><Relationship Id="rId802" Type="http://schemas.openxmlformats.org/officeDocument/2006/relationships/slide" Target="slides/slide795.xml"/><Relationship Id="rId803" Type="http://schemas.openxmlformats.org/officeDocument/2006/relationships/slide" Target="slides/slide796.xml"/><Relationship Id="rId804" Type="http://schemas.openxmlformats.org/officeDocument/2006/relationships/slide" Target="slides/slide797.xml"/><Relationship Id="rId805" Type="http://schemas.openxmlformats.org/officeDocument/2006/relationships/slide" Target="slides/slide798.xml"/><Relationship Id="rId806" Type="http://schemas.openxmlformats.org/officeDocument/2006/relationships/slide" Target="slides/slide79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0.xml"/></Relationships>
</file>

<file path=ppt/notesSlides/_rels/notesSlide2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1.xml"/></Relationships>
</file>

<file path=ppt/notesSlides/_rels/notesSlide2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2.xml"/></Relationships>
</file>

<file path=ppt/notesSlides/_rels/notesSlide2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3.xml"/></Relationships>
</file>

<file path=ppt/notesSlides/_rels/notesSlide2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4.xml"/></Relationships>
</file>

<file path=ppt/notesSlides/_rels/notesSlide2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5.xml"/></Relationships>
</file>

<file path=ppt/notesSlides/_rels/notesSlide2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6.xml"/></Relationships>
</file>

<file path=ppt/notesSlides/_rels/notesSlide2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7.xml"/></Relationships>
</file>

<file path=ppt/notesSlides/_rels/notesSlide2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8.xml"/></Relationships>
</file>

<file path=ppt/notesSlides/_rels/notesSlide2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9.xml"/></Relationships>
</file>

<file path=ppt/notesSlides/_rels/notesSlide2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0.xml"/></Relationships>
</file>

<file path=ppt/notesSlides/_rels/notesSlide2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1.xml"/></Relationships>
</file>

<file path=ppt/notesSlides/_rels/notesSlide2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2.xml"/></Relationships>
</file>

<file path=ppt/notesSlides/_rels/notesSlide2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3.xml"/></Relationships>
</file>

<file path=ppt/notesSlides/_rels/notesSlide2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4.xml"/></Relationships>
</file>

<file path=ppt/notesSlides/_rels/notesSlide2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5.xml"/></Relationships>
</file>

<file path=ppt/notesSlides/_rels/notesSlide2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6.xml"/></Relationships>
</file>

<file path=ppt/notesSlides/_rels/notesSlide2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7.xml"/></Relationships>
</file>

<file path=ppt/notesSlides/_rels/notesSlide2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8.xml"/></Relationships>
</file>

<file path=ppt/notesSlides/_rels/notesSlide2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9.xml"/></Relationships>
</file>

<file path=ppt/notesSlides/_rels/notesSlide2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0.xml"/></Relationships>
</file>

<file path=ppt/notesSlides/_rels/notesSlide2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1.xml"/></Relationships>
</file>

<file path=ppt/notesSlides/_rels/notesSlide2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2.xml"/></Relationships>
</file>

<file path=ppt/notesSlides/_rels/notesSlide2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3.xml"/></Relationships>
</file>

<file path=ppt/notesSlides/_rels/notesSlide2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4.xml"/></Relationships>
</file>

<file path=ppt/notesSlides/_rels/notesSlide2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5.xml"/></Relationships>
</file>

<file path=ppt/notesSlides/_rels/notesSlide2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6.xml"/></Relationships>
</file>

<file path=ppt/notesSlides/_rels/notesSlide2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7.xml"/></Relationships>
</file>

<file path=ppt/notesSlides/_rels/notesSlide2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8.xml"/></Relationships>
</file>

<file path=ppt/notesSlides/_rels/notesSlide2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9.xml"/></Relationships>
</file>

<file path=ppt/notesSlides/_rels/notesSlide2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0.xml"/></Relationships>
</file>

<file path=ppt/notesSlides/_rels/notesSlide2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1.xml"/></Relationships>
</file>

<file path=ppt/notesSlides/_rels/notesSlide2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2.xml"/></Relationships>
</file>

<file path=ppt/notesSlides/_rels/notesSlide2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3.xml"/></Relationships>
</file>

<file path=ppt/notesSlides/_rels/notesSlide2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4.xml"/></Relationships>
</file>

<file path=ppt/notesSlides/_rels/notesSlide2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5.xml"/></Relationships>
</file>

<file path=ppt/notesSlides/_rels/notesSlide2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6.xml"/></Relationships>
</file>

<file path=ppt/notesSlides/_rels/notesSlide2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7.xml"/></Relationships>
</file>

<file path=ppt/notesSlides/_rels/notesSlide2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8.xml"/></Relationships>
</file>

<file path=ppt/notesSlides/_rels/notesSlide2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9.xml"/></Relationships>
</file>

<file path=ppt/notesSlides/_rels/notesSlide2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0.xml"/></Relationships>
</file>

<file path=ppt/notesSlides/_rels/notesSlide2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1.xml"/></Relationships>
</file>

<file path=ppt/notesSlides/_rels/notesSlide2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2.xml"/></Relationships>
</file>

<file path=ppt/notesSlides/_rels/notesSlide2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3.xml"/></Relationships>
</file>

<file path=ppt/notesSlides/_rels/notesSlide2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4.xml"/></Relationships>
</file>

<file path=ppt/notesSlides/_rels/notesSlide2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5.xml"/></Relationships>
</file>

<file path=ppt/notesSlides/_rels/notesSlide2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6.xml"/></Relationships>
</file>

<file path=ppt/notesSlides/_rels/notesSlide2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7.xml"/></Relationships>
</file>

<file path=ppt/notesSlides/_rels/notesSlide2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8.xml"/></Relationships>
</file>

<file path=ppt/notesSlides/_rels/notesSlide2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9.xml"/></Relationships>
</file>

<file path=ppt/notesSlides/_rels/notesSlide2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0.xml"/></Relationships>
</file>

<file path=ppt/notesSlides/_rels/notesSlide3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1.xml"/></Relationships>
</file>

<file path=ppt/notesSlides/_rels/notesSlide3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2.xml"/></Relationships>
</file>

<file path=ppt/notesSlides/_rels/notesSlide3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3.xml"/></Relationships>
</file>

<file path=ppt/notesSlides/_rels/notesSlide3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4.xml"/></Relationships>
</file>

<file path=ppt/notesSlides/_rels/notesSlide3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5.xml"/></Relationships>
</file>

<file path=ppt/notesSlides/_rels/notesSlide3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6.xml"/></Relationships>
</file>

<file path=ppt/notesSlides/_rels/notesSlide3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7.xml"/></Relationships>
</file>

<file path=ppt/notesSlides/_rels/notesSlide3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8.xml"/></Relationships>
</file>

<file path=ppt/notesSlides/_rels/notesSlide3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9.xml"/></Relationships>
</file>

<file path=ppt/notesSlides/_rels/notesSlide3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0.xml"/></Relationships>
</file>

<file path=ppt/notesSlides/_rels/notesSlide3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1.xml"/></Relationships>
</file>

<file path=ppt/notesSlides/_rels/notesSlide3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2.xml"/></Relationships>
</file>

<file path=ppt/notesSlides/_rels/notesSlide3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3.xml"/></Relationships>
</file>

<file path=ppt/notesSlides/_rels/notesSlide3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4.xml"/></Relationships>
</file>

<file path=ppt/notesSlides/_rels/notesSlide3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5.xml"/></Relationships>
</file>

<file path=ppt/notesSlides/_rels/notesSlide3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6.xml"/></Relationships>
</file>

<file path=ppt/notesSlides/_rels/notesSlide3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7.xml"/></Relationships>
</file>

<file path=ppt/notesSlides/_rels/notesSlide3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8.xml"/></Relationships>
</file>

<file path=ppt/notesSlides/_rels/notesSlide3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9.xml"/></Relationships>
</file>

<file path=ppt/notesSlides/_rels/notesSlide3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0.xml"/></Relationships>
</file>

<file path=ppt/notesSlides/_rels/notesSlide3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1.xml"/></Relationships>
</file>

<file path=ppt/notesSlides/_rels/notesSlide3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2.xml"/></Relationships>
</file>

<file path=ppt/notesSlides/_rels/notesSlide3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3.xml"/></Relationships>
</file>

<file path=ppt/notesSlides/_rels/notesSlide3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4.xml"/></Relationships>
</file>

<file path=ppt/notesSlides/_rels/notesSlide3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5.xml"/></Relationships>
</file>

<file path=ppt/notesSlides/_rels/notesSlide3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6.xml"/></Relationships>
</file>

<file path=ppt/notesSlides/_rels/notesSlide3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7.xml"/></Relationships>
</file>

<file path=ppt/notesSlides/_rels/notesSlide3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8.xml"/></Relationships>
</file>

<file path=ppt/notesSlides/_rels/notesSlide3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9.xml"/></Relationships>
</file>

<file path=ppt/notesSlides/_rels/notesSlide3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0.xml"/></Relationships>
</file>

<file path=ppt/notesSlides/_rels/notesSlide3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1.xml"/></Relationships>
</file>

<file path=ppt/notesSlides/_rels/notesSlide3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2.xml"/></Relationships>
</file>

<file path=ppt/notesSlides/_rels/notesSlide3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3.xml"/></Relationships>
</file>

<file path=ppt/notesSlides/_rels/notesSlide3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4.xml"/></Relationships>
</file>

<file path=ppt/notesSlides/_rels/notesSlide3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5.xml"/></Relationships>
</file>

<file path=ppt/notesSlides/_rels/notesSlide3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6.xml"/></Relationships>
</file>

<file path=ppt/notesSlides/_rels/notesSlide3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7.xml"/></Relationships>
</file>

<file path=ppt/notesSlides/_rels/notesSlide3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8.xml"/></Relationships>
</file>

<file path=ppt/notesSlides/_rels/notesSlide3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9.xml"/></Relationships>
</file>

<file path=ppt/notesSlides/_rels/notesSlide3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0.xml"/></Relationships>
</file>

<file path=ppt/notesSlides/_rels/notesSlide3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1.xml"/></Relationships>
</file>

<file path=ppt/notesSlides/_rels/notesSlide3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2.xml"/></Relationships>
</file>

<file path=ppt/notesSlides/_rels/notesSlide3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3.xml"/></Relationships>
</file>

<file path=ppt/notesSlides/_rels/notesSlide3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4.xml"/></Relationships>
</file>

<file path=ppt/notesSlides/_rels/notesSlide3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5.xml"/></Relationships>
</file>

<file path=ppt/notesSlides/_rels/notesSlide3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6.xml"/></Relationships>
</file>

<file path=ppt/notesSlides/_rels/notesSlide3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7.xml"/></Relationships>
</file>

<file path=ppt/notesSlides/_rels/notesSlide3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8.xml"/></Relationships>
</file>

<file path=ppt/notesSlides/_rels/notesSlide3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9.xml"/></Relationships>
</file>

<file path=ppt/notesSlides/_rels/notesSlide3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0.xml"/></Relationships>
</file>

<file path=ppt/notesSlides/_rels/notesSlide3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1.xml"/></Relationships>
</file>

<file path=ppt/notesSlides/_rels/notesSlide3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2.xml"/></Relationships>
</file>

<file path=ppt/notesSlides/_rels/notesSlide3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3.xml"/></Relationships>
</file>

<file path=ppt/notesSlides/_rels/notesSlide3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4.xml"/></Relationships>
</file>

<file path=ppt/notesSlides/_rels/notesSlide3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5.xml"/></Relationships>
</file>

<file path=ppt/notesSlides/_rels/notesSlide3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6.xml"/></Relationships>
</file>

<file path=ppt/notesSlides/_rels/notesSlide3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7.xml"/></Relationships>
</file>

<file path=ppt/notesSlides/_rels/notesSlide3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8.xml"/></Relationships>
</file>

<file path=ppt/notesSlides/_rels/notesSlide3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9.xml"/></Relationships>
</file>

<file path=ppt/notesSlides/_rels/notesSlide3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0.xml"/></Relationships>
</file>

<file path=ppt/notesSlides/_rels/notesSlide3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1.xml"/></Relationships>
</file>

<file path=ppt/notesSlides/_rels/notesSlide3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2.xml"/></Relationships>
</file>

<file path=ppt/notesSlides/_rels/notesSlide3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3.xml"/></Relationships>
</file>

<file path=ppt/notesSlides/_rels/notesSlide3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4.xml"/></Relationships>
</file>

<file path=ppt/notesSlides/_rels/notesSlide3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5.xml"/></Relationships>
</file>

<file path=ppt/notesSlides/_rels/notesSlide3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6.xml"/></Relationships>
</file>

<file path=ppt/notesSlides/_rels/notesSlide3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7.xml"/></Relationships>
</file>

<file path=ppt/notesSlides/_rels/notesSlide3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8.xml"/></Relationships>
</file>

<file path=ppt/notesSlides/_rels/notesSlide3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9.xml"/></Relationships>
</file>

<file path=ppt/notesSlides/_rels/notesSlide3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0.xml"/></Relationships>
</file>

<file path=ppt/notesSlides/_rels/notesSlide3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1.xml"/></Relationships>
</file>

<file path=ppt/notesSlides/_rels/notesSlide3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2.xml"/></Relationships>
</file>

<file path=ppt/notesSlides/_rels/notesSlide3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3.xml"/></Relationships>
</file>

<file path=ppt/notesSlides/_rels/notesSlide3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4.xml"/></Relationships>
</file>

<file path=ppt/notesSlides/_rels/notesSlide3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5.xml"/></Relationships>
</file>

<file path=ppt/notesSlides/_rels/notesSlide3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6.xml"/></Relationships>
</file>

<file path=ppt/notesSlides/_rels/notesSlide3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7.xml"/></Relationships>
</file>

<file path=ppt/notesSlides/_rels/notesSlide3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8.xml"/></Relationships>
</file>

<file path=ppt/notesSlides/_rels/notesSlide3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9.xml"/></Relationships>
</file>

<file path=ppt/notesSlides/_rels/notesSlide3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0.xml"/></Relationships>
</file>

<file path=ppt/notesSlides/_rels/notesSlide3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1.xml"/></Relationships>
</file>

<file path=ppt/notesSlides/_rels/notesSlide3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2.xml"/></Relationships>
</file>

<file path=ppt/notesSlides/_rels/notesSlide3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3.xml"/></Relationships>
</file>

<file path=ppt/notesSlides/_rels/notesSlide3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4.xml"/></Relationships>
</file>

<file path=ppt/notesSlides/_rels/notesSlide3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5.xml"/></Relationships>
</file>

<file path=ppt/notesSlides/_rels/notesSlide3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6.xml"/></Relationships>
</file>

<file path=ppt/notesSlides/_rels/notesSlide3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7.xml"/></Relationships>
</file>

<file path=ppt/notesSlides/_rels/notesSlide3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8.xml"/></Relationships>
</file>

<file path=ppt/notesSlides/_rels/notesSlide3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9.xml"/></Relationships>
</file>

<file path=ppt/notesSlides/_rels/notesSlide3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0.xml"/></Relationships>
</file>

<file path=ppt/notesSlides/_rels/notesSlide3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1.xml"/></Relationships>
</file>

<file path=ppt/notesSlides/_rels/notesSlide3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2.xml"/></Relationships>
</file>

<file path=ppt/notesSlides/_rels/notesSlide3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3.xml"/></Relationships>
</file>

<file path=ppt/notesSlides/_rels/notesSlide3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4.xml"/></Relationships>
</file>

<file path=ppt/notesSlides/_rels/notesSlide3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5.xml"/></Relationships>
</file>

<file path=ppt/notesSlides/_rels/notesSlide3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6.xml"/></Relationships>
</file>

<file path=ppt/notesSlides/_rels/notesSlide3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7.xml"/></Relationships>
</file>

<file path=ppt/notesSlides/_rels/notesSlide3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8.xml"/></Relationships>
</file>

<file path=ppt/notesSlides/_rels/notesSlide3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9.xml"/></Relationships>
</file>

<file path=ppt/notesSlides/_rels/notesSlide3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0.xml"/></Relationships>
</file>

<file path=ppt/notesSlides/_rels/notesSlide4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1.xml"/></Relationships>
</file>

<file path=ppt/notesSlides/_rels/notesSlide4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2.xml"/></Relationships>
</file>

<file path=ppt/notesSlides/_rels/notesSlide4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3.xml"/></Relationships>
</file>

<file path=ppt/notesSlides/_rels/notesSlide4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4.xml"/></Relationships>
</file>

<file path=ppt/notesSlides/_rels/notesSlide4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5.xml"/></Relationships>
</file>

<file path=ppt/notesSlides/_rels/notesSlide4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6.xml"/></Relationships>
</file>

<file path=ppt/notesSlides/_rels/notesSlide4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7.xml"/></Relationships>
</file>

<file path=ppt/notesSlides/_rels/notesSlide4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8.xml"/></Relationships>
</file>

<file path=ppt/notesSlides/_rels/notesSlide4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9.xml"/></Relationships>
</file>

<file path=ppt/notesSlides/_rels/notesSlide4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0.xml"/></Relationships>
</file>

<file path=ppt/notesSlides/_rels/notesSlide4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1.xml"/></Relationships>
</file>

<file path=ppt/notesSlides/_rels/notesSlide4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2.xml"/></Relationships>
</file>

<file path=ppt/notesSlides/_rels/notesSlide4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3.xml"/></Relationships>
</file>

<file path=ppt/notesSlides/_rels/notesSlide4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4.xml"/></Relationships>
</file>

<file path=ppt/notesSlides/_rels/notesSlide4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5.xml"/></Relationships>
</file>

<file path=ppt/notesSlides/_rels/notesSlide4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6.xml"/></Relationships>
</file>

<file path=ppt/notesSlides/_rels/notesSlide4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7.xml"/></Relationships>
</file>

<file path=ppt/notesSlides/_rels/notesSlide4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8.xml"/></Relationships>
</file>

<file path=ppt/notesSlides/_rels/notesSlide4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9.xml"/></Relationships>
</file>

<file path=ppt/notesSlides/_rels/notesSlide4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0.xml"/></Relationships>
</file>

<file path=ppt/notesSlides/_rels/notesSlide4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1.xml"/></Relationships>
</file>

<file path=ppt/notesSlides/_rels/notesSlide4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2.xml"/></Relationships>
</file>

<file path=ppt/notesSlides/_rels/notesSlide4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3.xml"/></Relationships>
</file>

<file path=ppt/notesSlides/_rels/notesSlide4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4.xml"/></Relationships>
</file>

<file path=ppt/notesSlides/_rels/notesSlide4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5.xml"/></Relationships>
</file>

<file path=ppt/notesSlides/_rels/notesSlide4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6.xml"/></Relationships>
</file>

<file path=ppt/notesSlides/_rels/notesSlide4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7.xml"/></Relationships>
</file>

<file path=ppt/notesSlides/_rels/notesSlide4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8.xml"/></Relationships>
</file>

<file path=ppt/notesSlides/_rels/notesSlide4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9.xml"/></Relationships>
</file>

<file path=ppt/notesSlides/_rels/notesSlide4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0.xml"/></Relationships>
</file>

<file path=ppt/notesSlides/_rels/notesSlide4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1.xml"/></Relationships>
</file>

<file path=ppt/notesSlides/_rels/notesSlide4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2.xml"/></Relationships>
</file>

<file path=ppt/notesSlides/_rels/notesSlide4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3.xml"/></Relationships>
</file>

<file path=ppt/notesSlides/_rels/notesSlide4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4.xml"/></Relationships>
</file>

<file path=ppt/notesSlides/_rels/notesSlide4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5.xml"/></Relationships>
</file>

<file path=ppt/notesSlides/_rels/notesSlide4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6.xml"/></Relationships>
</file>

<file path=ppt/notesSlides/_rels/notesSlide4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7.xml"/></Relationships>
</file>

<file path=ppt/notesSlides/_rels/notesSlide4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8.xml"/></Relationships>
</file>

<file path=ppt/notesSlides/_rels/notesSlide4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9.xml"/></Relationships>
</file>

<file path=ppt/notesSlides/_rels/notesSlide4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0.xml"/></Relationships>
</file>

<file path=ppt/notesSlides/_rels/notesSlide4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1.xml"/></Relationships>
</file>

<file path=ppt/notesSlides/_rels/notesSlide4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2.xml"/></Relationships>
</file>

<file path=ppt/notesSlides/_rels/notesSlide4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3.xml"/></Relationships>
</file>

<file path=ppt/notesSlides/_rels/notesSlide4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4.xml"/></Relationships>
</file>

<file path=ppt/notesSlides/_rels/notesSlide4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5.xml"/></Relationships>
</file>

<file path=ppt/notesSlides/_rels/notesSlide4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6.xml"/></Relationships>
</file>

<file path=ppt/notesSlides/_rels/notesSlide4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7.xml"/></Relationships>
</file>

<file path=ppt/notesSlides/_rels/notesSlide4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8.xml"/></Relationships>
</file>

<file path=ppt/notesSlides/_rels/notesSlide4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9.xml"/></Relationships>
</file>

<file path=ppt/notesSlides/_rels/notesSlide4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0.xml"/></Relationships>
</file>

<file path=ppt/notesSlides/_rels/notesSlide4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1.xml"/></Relationships>
</file>

<file path=ppt/notesSlides/_rels/notesSlide4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2.xml"/></Relationships>
</file>

<file path=ppt/notesSlides/_rels/notesSlide4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3.xml"/></Relationships>
</file>

<file path=ppt/notesSlides/_rels/notesSlide4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4.xml"/></Relationships>
</file>

<file path=ppt/notesSlides/_rels/notesSlide4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5.xml"/></Relationships>
</file>

<file path=ppt/notesSlides/_rels/notesSlide4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6.xml"/></Relationships>
</file>

<file path=ppt/notesSlides/_rels/notesSlide4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7.xml"/></Relationships>
</file>

<file path=ppt/notesSlides/_rels/notesSlide4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8.xml"/></Relationships>
</file>

<file path=ppt/notesSlides/_rels/notesSlide4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9.xml"/></Relationships>
</file>

<file path=ppt/notesSlides/_rels/notesSlide4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0.xml"/></Relationships>
</file>

<file path=ppt/notesSlides/_rels/notesSlide4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1.xml"/></Relationships>
</file>

<file path=ppt/notesSlides/_rels/notesSlide4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2.xml"/></Relationships>
</file>

<file path=ppt/notesSlides/_rels/notesSlide4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3.xml"/></Relationships>
</file>

<file path=ppt/notesSlides/_rels/notesSlide4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4.xml"/></Relationships>
</file>

<file path=ppt/notesSlides/_rels/notesSlide4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5.xml"/></Relationships>
</file>

<file path=ppt/notesSlides/_rels/notesSlide4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6.xml"/></Relationships>
</file>

<file path=ppt/notesSlides/_rels/notesSlide4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7.xml"/></Relationships>
</file>

<file path=ppt/notesSlides/_rels/notesSlide4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8.xml"/></Relationships>
</file>

<file path=ppt/notesSlides/_rels/notesSlide4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9.xml"/></Relationships>
</file>

<file path=ppt/notesSlides/_rels/notesSlide4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0.xml"/></Relationships>
</file>

<file path=ppt/notesSlides/_rels/notesSlide4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1.xml"/></Relationships>
</file>

<file path=ppt/notesSlides/_rels/notesSlide4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2.xml"/></Relationships>
</file>

<file path=ppt/notesSlides/_rels/notesSlide4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3.xml"/></Relationships>
</file>

<file path=ppt/notesSlides/_rels/notesSlide4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4.xml"/></Relationships>
</file>

<file path=ppt/notesSlides/_rels/notesSlide4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5.xml"/></Relationships>
</file>

<file path=ppt/notesSlides/_rels/notesSlide4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6.xml"/></Relationships>
</file>

<file path=ppt/notesSlides/_rels/notesSlide4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7.xml"/></Relationships>
</file>

<file path=ppt/notesSlides/_rels/notesSlide4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8.xml"/></Relationships>
</file>

<file path=ppt/notesSlides/_rels/notesSlide4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9.xml"/></Relationships>
</file>

<file path=ppt/notesSlides/_rels/notesSlide4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0.xml"/></Relationships>
</file>

<file path=ppt/notesSlides/_rels/notesSlide4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1.xml"/></Relationships>
</file>

<file path=ppt/notesSlides/_rels/notesSlide4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2.xml"/></Relationships>
</file>

<file path=ppt/notesSlides/_rels/notesSlide4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3.xml"/></Relationships>
</file>

<file path=ppt/notesSlides/_rels/notesSlide4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4.xml"/></Relationships>
</file>

<file path=ppt/notesSlides/_rels/notesSlide4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5.xml"/></Relationships>
</file>

<file path=ppt/notesSlides/_rels/notesSlide4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6.xml"/></Relationships>
</file>

<file path=ppt/notesSlides/_rels/notesSlide4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7.xml"/></Relationships>
</file>

<file path=ppt/notesSlides/_rels/notesSlide4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8.xml"/></Relationships>
</file>

<file path=ppt/notesSlides/_rels/notesSlide4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9.xml"/></Relationships>
</file>

<file path=ppt/notesSlides/_rels/notesSlide4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0.xml"/></Relationships>
</file>

<file path=ppt/notesSlides/_rels/notesSlide4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1.xml"/></Relationships>
</file>

<file path=ppt/notesSlides/_rels/notesSlide4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2.xml"/></Relationships>
</file>

<file path=ppt/notesSlides/_rels/notesSlide4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3.xml"/></Relationships>
</file>

<file path=ppt/notesSlides/_rels/notesSlide4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4.xml"/></Relationships>
</file>

<file path=ppt/notesSlides/_rels/notesSlide4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5.xml"/></Relationships>
</file>

<file path=ppt/notesSlides/_rels/notesSlide4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6.xml"/></Relationships>
</file>

<file path=ppt/notesSlides/_rels/notesSlide4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7.xml"/></Relationships>
</file>

<file path=ppt/notesSlides/_rels/notesSlide4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8.xml"/></Relationships>
</file>

<file path=ppt/notesSlides/_rels/notesSlide4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9.xml"/></Relationships>
</file>

<file path=ppt/notesSlides/_rels/notesSlide4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0.xml"/></Relationships>
</file>

<file path=ppt/notesSlides/_rels/notesSlide5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1.xml"/></Relationships>
</file>

<file path=ppt/notesSlides/_rels/notesSlide5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2.xml"/></Relationships>
</file>

<file path=ppt/notesSlides/_rels/notesSlide5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3.xml"/></Relationships>
</file>

<file path=ppt/notesSlides/_rels/notesSlide5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4.xml"/></Relationships>
</file>

<file path=ppt/notesSlides/_rels/notesSlide5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5.xml"/></Relationships>
</file>

<file path=ppt/notesSlides/_rels/notesSlide5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6.xml"/></Relationships>
</file>

<file path=ppt/notesSlides/_rels/notesSlide5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7.xml"/></Relationships>
</file>

<file path=ppt/notesSlides/_rels/notesSlide5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8.xml"/></Relationships>
</file>

<file path=ppt/notesSlides/_rels/notesSlide5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9.xml"/></Relationships>
</file>

<file path=ppt/notesSlides/_rels/notesSlide5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0.xml"/></Relationships>
</file>

<file path=ppt/notesSlides/_rels/notesSlide5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1.xml"/></Relationships>
</file>

<file path=ppt/notesSlides/_rels/notesSlide5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2.xml"/></Relationships>
</file>

<file path=ppt/notesSlides/_rels/notesSlide5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3.xml"/></Relationships>
</file>

<file path=ppt/notesSlides/_rels/notesSlide5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4.xml"/></Relationships>
</file>

<file path=ppt/notesSlides/_rels/notesSlide5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5.xml"/></Relationships>
</file>

<file path=ppt/notesSlides/_rels/notesSlide5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6.xml"/></Relationships>
</file>

<file path=ppt/notesSlides/_rels/notesSlide5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7.xml"/></Relationships>
</file>

<file path=ppt/notesSlides/_rels/notesSlide5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8.xml"/></Relationships>
</file>

<file path=ppt/notesSlides/_rels/notesSlide5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9.xml"/></Relationships>
</file>

<file path=ppt/notesSlides/_rels/notesSlide5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0.xml"/></Relationships>
</file>

<file path=ppt/notesSlides/_rels/notesSlide5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1.xml"/></Relationships>
</file>

<file path=ppt/notesSlides/_rels/notesSlide5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2.xml"/></Relationships>
</file>

<file path=ppt/notesSlides/_rels/notesSlide5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3.xml"/></Relationships>
</file>

<file path=ppt/notesSlides/_rels/notesSlide5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4.xml"/></Relationships>
</file>

<file path=ppt/notesSlides/_rels/notesSlide5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5.xml"/></Relationships>
</file>

<file path=ppt/notesSlides/_rels/notesSlide5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6.xml"/></Relationships>
</file>

<file path=ppt/notesSlides/_rels/notesSlide5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7.xml"/></Relationships>
</file>

<file path=ppt/notesSlides/_rels/notesSlide5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8.xml"/></Relationships>
</file>

<file path=ppt/notesSlides/_rels/notesSlide5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9.xml"/></Relationships>
</file>

<file path=ppt/notesSlides/_rels/notesSlide5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0.xml"/></Relationships>
</file>

<file path=ppt/notesSlides/_rels/notesSlide5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1.xml"/></Relationships>
</file>

<file path=ppt/notesSlides/_rels/notesSlide5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2.xml"/></Relationships>
</file>

<file path=ppt/notesSlides/_rels/notesSlide5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3.xml"/></Relationships>
</file>

<file path=ppt/notesSlides/_rels/notesSlide5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4.xml"/></Relationships>
</file>

<file path=ppt/notesSlides/_rels/notesSlide5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5.xml"/></Relationships>
</file>

<file path=ppt/notesSlides/_rels/notesSlide5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6.xml"/></Relationships>
</file>

<file path=ppt/notesSlides/_rels/notesSlide5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7.xml"/></Relationships>
</file>

<file path=ppt/notesSlides/_rels/notesSlide5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8.xml"/></Relationships>
</file>

<file path=ppt/notesSlides/_rels/notesSlide5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9.xml"/></Relationships>
</file>

<file path=ppt/notesSlides/_rels/notesSlide5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0.xml"/></Relationships>
</file>

<file path=ppt/notesSlides/_rels/notesSlide5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1.xml"/></Relationships>
</file>

<file path=ppt/notesSlides/_rels/notesSlide5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2.xml"/></Relationships>
</file>

<file path=ppt/notesSlides/_rels/notesSlide5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3.xml"/></Relationships>
</file>

<file path=ppt/notesSlides/_rels/notesSlide5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4.xml"/></Relationships>
</file>

<file path=ppt/notesSlides/_rels/notesSlide5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5.xml"/></Relationships>
</file>

<file path=ppt/notesSlides/_rels/notesSlide5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6.xml"/></Relationships>
</file>

<file path=ppt/notesSlides/_rels/notesSlide5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7.xml"/></Relationships>
</file>

<file path=ppt/notesSlides/_rels/notesSlide5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8.xml"/></Relationships>
</file>

<file path=ppt/notesSlides/_rels/notesSlide5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9.xml"/></Relationships>
</file>

<file path=ppt/notesSlides/_rels/notesSlide5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0.xml"/></Relationships>
</file>

<file path=ppt/notesSlides/_rels/notesSlide5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1.xml"/></Relationships>
</file>

<file path=ppt/notesSlides/_rels/notesSlide5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2.xml"/></Relationships>
</file>

<file path=ppt/notesSlides/_rels/notesSlide5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3.xml"/></Relationships>
</file>

<file path=ppt/notesSlides/_rels/notesSlide5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4.xml"/></Relationships>
</file>

<file path=ppt/notesSlides/_rels/notesSlide5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5.xml"/></Relationships>
</file>

<file path=ppt/notesSlides/_rels/notesSlide5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6.xml"/></Relationships>
</file>

<file path=ppt/notesSlides/_rels/notesSlide5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7.xml"/></Relationships>
</file>

<file path=ppt/notesSlides/_rels/notesSlide5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8.xml"/></Relationships>
</file>

<file path=ppt/notesSlides/_rels/notesSlide5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9.xml"/></Relationships>
</file>

<file path=ppt/notesSlides/_rels/notesSlide5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0.xml"/></Relationships>
</file>

<file path=ppt/notesSlides/_rels/notesSlide5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1.xml"/></Relationships>
</file>

<file path=ppt/notesSlides/_rels/notesSlide5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2.xml"/></Relationships>
</file>

<file path=ppt/notesSlides/_rels/notesSlide5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3.xml"/></Relationships>
</file>

<file path=ppt/notesSlides/_rels/notesSlide5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4.xml"/></Relationships>
</file>

<file path=ppt/notesSlides/_rels/notesSlide5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5.xml"/></Relationships>
</file>

<file path=ppt/notesSlides/_rels/notesSlide5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6.xml"/></Relationships>
</file>

<file path=ppt/notesSlides/_rels/notesSlide5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7.xml"/></Relationships>
</file>

<file path=ppt/notesSlides/_rels/notesSlide5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8.xml"/></Relationships>
</file>

<file path=ppt/notesSlides/_rels/notesSlide5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9.xml"/></Relationships>
</file>

<file path=ppt/notesSlides/_rels/notesSlide5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0.xml"/></Relationships>
</file>

<file path=ppt/notesSlides/_rels/notesSlide5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1.xml"/></Relationships>
</file>

<file path=ppt/notesSlides/_rels/notesSlide5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2.xml"/></Relationships>
</file>

<file path=ppt/notesSlides/_rels/notesSlide5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3.xml"/></Relationships>
</file>

<file path=ppt/notesSlides/_rels/notesSlide5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4.xml"/></Relationships>
</file>

<file path=ppt/notesSlides/_rels/notesSlide5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5.xml"/></Relationships>
</file>

<file path=ppt/notesSlides/_rels/notesSlide5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6.xml"/></Relationships>
</file>

<file path=ppt/notesSlides/_rels/notesSlide5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7.xml"/></Relationships>
</file>

<file path=ppt/notesSlides/_rels/notesSlide5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8.xml"/></Relationships>
</file>

<file path=ppt/notesSlides/_rels/notesSlide5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9.xml"/></Relationships>
</file>

<file path=ppt/notesSlides/_rels/notesSlide5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0.xml"/></Relationships>
</file>

<file path=ppt/notesSlides/_rels/notesSlide5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1.xml"/></Relationships>
</file>

<file path=ppt/notesSlides/_rels/notesSlide5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2.xml"/></Relationships>
</file>

<file path=ppt/notesSlides/_rels/notesSlide5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3.xml"/></Relationships>
</file>

<file path=ppt/notesSlides/_rels/notesSlide5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4.xml"/></Relationships>
</file>

<file path=ppt/notesSlides/_rels/notesSlide5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5.xml"/></Relationships>
</file>

<file path=ppt/notesSlides/_rels/notesSlide5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6.xml"/></Relationships>
</file>

<file path=ppt/notesSlides/_rels/notesSlide5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7.xml"/></Relationships>
</file>

<file path=ppt/notesSlides/_rels/notesSlide5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8.xml"/></Relationships>
</file>

<file path=ppt/notesSlides/_rels/notesSlide5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9.xml"/></Relationships>
</file>

<file path=ppt/notesSlides/_rels/notesSlide5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0.xml"/></Relationships>
</file>

<file path=ppt/notesSlides/_rels/notesSlide5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1.xml"/></Relationships>
</file>

<file path=ppt/notesSlides/_rels/notesSlide5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2.xml"/></Relationships>
</file>

<file path=ppt/notesSlides/_rels/notesSlide5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3.xml"/></Relationships>
</file>

<file path=ppt/notesSlides/_rels/notesSlide5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4.xml"/></Relationships>
</file>

<file path=ppt/notesSlides/_rels/notesSlide5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5.xml"/></Relationships>
</file>

<file path=ppt/notesSlides/_rels/notesSlide5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6.xml"/></Relationships>
</file>

<file path=ppt/notesSlides/_rels/notesSlide5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7.xml"/></Relationships>
</file>

<file path=ppt/notesSlides/_rels/notesSlide5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8.xml"/></Relationships>
</file>

<file path=ppt/notesSlides/_rels/notesSlide5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9.xml"/></Relationships>
</file>

<file path=ppt/notesSlides/_rels/notesSlide5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0.xml"/></Relationships>
</file>

<file path=ppt/notesSlides/_rels/notesSlide6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1.xml"/></Relationships>
</file>

<file path=ppt/notesSlides/_rels/notesSlide6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2.xml"/></Relationships>
</file>

<file path=ppt/notesSlides/_rels/notesSlide6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3.xml"/></Relationships>
</file>

<file path=ppt/notesSlides/_rels/notesSlide6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4.xml"/></Relationships>
</file>

<file path=ppt/notesSlides/_rels/notesSlide6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5.xml"/></Relationships>
</file>

<file path=ppt/notesSlides/_rels/notesSlide6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6.xml"/></Relationships>
</file>

<file path=ppt/notesSlides/_rels/notesSlide6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7.xml"/></Relationships>
</file>

<file path=ppt/notesSlides/_rels/notesSlide6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8.xml"/></Relationships>
</file>

<file path=ppt/notesSlides/_rels/notesSlide6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9.xml"/></Relationships>
</file>

<file path=ppt/notesSlides/_rels/notesSlide6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0.xml"/></Relationships>
</file>

<file path=ppt/notesSlides/_rels/notesSlide6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1.xml"/></Relationships>
</file>

<file path=ppt/notesSlides/_rels/notesSlide6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2.xml"/></Relationships>
</file>

<file path=ppt/notesSlides/_rels/notesSlide6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3.xml"/></Relationships>
</file>

<file path=ppt/notesSlides/_rels/notesSlide6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4.xml"/></Relationships>
</file>

<file path=ppt/notesSlides/_rels/notesSlide6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5.xml"/></Relationships>
</file>

<file path=ppt/notesSlides/_rels/notesSlide6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6.xml"/></Relationships>
</file>

<file path=ppt/notesSlides/_rels/notesSlide6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7.xml"/></Relationships>
</file>

<file path=ppt/notesSlides/_rels/notesSlide6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8.xml"/></Relationships>
</file>

<file path=ppt/notesSlides/_rels/notesSlide6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9.xml"/></Relationships>
</file>

<file path=ppt/notesSlides/_rels/notesSlide6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0.xml"/></Relationships>
</file>

<file path=ppt/notesSlides/_rels/notesSlide6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1.xml"/></Relationships>
</file>

<file path=ppt/notesSlides/_rels/notesSlide6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2.xml"/></Relationships>
</file>

<file path=ppt/notesSlides/_rels/notesSlide6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3.xml"/></Relationships>
</file>

<file path=ppt/notesSlides/_rels/notesSlide6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4.xml"/></Relationships>
</file>

<file path=ppt/notesSlides/_rels/notesSlide6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5.xml"/></Relationships>
</file>

<file path=ppt/notesSlides/_rels/notesSlide6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6.xml"/></Relationships>
</file>

<file path=ppt/notesSlides/_rels/notesSlide6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7.xml"/></Relationships>
</file>

<file path=ppt/notesSlides/_rels/notesSlide6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8.xml"/></Relationships>
</file>

<file path=ppt/notesSlides/_rels/notesSlide6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9.xml"/></Relationships>
</file>

<file path=ppt/notesSlides/_rels/notesSlide6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0.xml"/></Relationships>
</file>

<file path=ppt/notesSlides/_rels/notesSlide6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1.xml"/></Relationships>
</file>

<file path=ppt/notesSlides/_rels/notesSlide6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2.xml"/></Relationships>
</file>

<file path=ppt/notesSlides/_rels/notesSlide6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3.xml"/></Relationships>
</file>

<file path=ppt/notesSlides/_rels/notesSlide6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4.xml"/></Relationships>
</file>

<file path=ppt/notesSlides/_rels/notesSlide6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5.xml"/></Relationships>
</file>

<file path=ppt/notesSlides/_rels/notesSlide6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6.xml"/></Relationships>
</file>

<file path=ppt/notesSlides/_rels/notesSlide6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7.xml"/></Relationships>
</file>

<file path=ppt/notesSlides/_rels/notesSlide6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8.xml"/></Relationships>
</file>

<file path=ppt/notesSlides/_rels/notesSlide6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9.xml"/></Relationships>
</file>

<file path=ppt/notesSlides/_rels/notesSlide6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0.xml"/></Relationships>
</file>

<file path=ppt/notesSlides/_rels/notesSlide6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1.xml"/></Relationships>
</file>

<file path=ppt/notesSlides/_rels/notesSlide6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2.xml"/></Relationships>
</file>

<file path=ppt/notesSlides/_rels/notesSlide6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3.xml"/></Relationships>
</file>

<file path=ppt/notesSlides/_rels/notesSlide6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4.xml"/></Relationships>
</file>

<file path=ppt/notesSlides/_rels/notesSlide6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5.xml"/></Relationships>
</file>

<file path=ppt/notesSlides/_rels/notesSlide6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6.xml"/></Relationships>
</file>

<file path=ppt/notesSlides/_rels/notesSlide6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7.xml"/></Relationships>
</file>

<file path=ppt/notesSlides/_rels/notesSlide6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8.xml"/></Relationships>
</file>

<file path=ppt/notesSlides/_rels/notesSlide6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9.xml"/></Relationships>
</file>

<file path=ppt/notesSlides/_rels/notesSlide6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0.xml"/></Relationships>
</file>

<file path=ppt/notesSlides/_rels/notesSlide6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1.xml"/></Relationships>
</file>

<file path=ppt/notesSlides/_rels/notesSlide6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2.xml"/></Relationships>
</file>

<file path=ppt/notesSlides/_rels/notesSlide6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3.xml"/></Relationships>
</file>

<file path=ppt/notesSlides/_rels/notesSlide6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4.xml"/></Relationships>
</file>

<file path=ppt/notesSlides/_rels/notesSlide6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5.xml"/></Relationships>
</file>

<file path=ppt/notesSlides/_rels/notesSlide6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6.xml"/></Relationships>
</file>

<file path=ppt/notesSlides/_rels/notesSlide6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7.xml"/></Relationships>
</file>

<file path=ppt/notesSlides/_rels/notesSlide6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8.xml"/></Relationships>
</file>

<file path=ppt/notesSlides/_rels/notesSlide6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9.xml"/></Relationships>
</file>

<file path=ppt/notesSlides/_rels/notesSlide6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0.xml"/></Relationships>
</file>

<file path=ppt/notesSlides/_rels/notesSlide6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1.xml"/></Relationships>
</file>

<file path=ppt/notesSlides/_rels/notesSlide6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2.xml"/></Relationships>
</file>

<file path=ppt/notesSlides/_rels/notesSlide6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3.xml"/></Relationships>
</file>

<file path=ppt/notesSlides/_rels/notesSlide6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4.xml"/></Relationships>
</file>

<file path=ppt/notesSlides/_rels/notesSlide6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5.xml"/></Relationships>
</file>

<file path=ppt/notesSlides/_rels/notesSlide6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6.xml"/></Relationships>
</file>

<file path=ppt/notesSlides/_rels/notesSlide6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7.xml"/></Relationships>
</file>

<file path=ppt/notesSlides/_rels/notesSlide6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8.xml"/></Relationships>
</file>

<file path=ppt/notesSlides/_rels/notesSlide6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9.xml"/></Relationships>
</file>

<file path=ppt/notesSlides/_rels/notesSlide6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0.xml"/></Relationships>
</file>

<file path=ppt/notesSlides/_rels/notesSlide6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1.xml"/></Relationships>
</file>

<file path=ppt/notesSlides/_rels/notesSlide6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2.xml"/></Relationships>
</file>

<file path=ppt/notesSlides/_rels/notesSlide6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3.xml"/></Relationships>
</file>

<file path=ppt/notesSlides/_rels/notesSlide6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4.xml"/></Relationships>
</file>

<file path=ppt/notesSlides/_rels/notesSlide6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5.xml"/></Relationships>
</file>

<file path=ppt/notesSlides/_rels/notesSlide6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6.xml"/></Relationships>
</file>

<file path=ppt/notesSlides/_rels/notesSlide6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7.xml"/></Relationships>
</file>

<file path=ppt/notesSlides/_rels/notesSlide6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8.xml"/></Relationships>
</file>

<file path=ppt/notesSlides/_rels/notesSlide6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9.xml"/></Relationships>
</file>

<file path=ppt/notesSlides/_rels/notesSlide6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0.xml"/></Relationships>
</file>

<file path=ppt/notesSlides/_rels/notesSlide6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1.xml"/></Relationships>
</file>

<file path=ppt/notesSlides/_rels/notesSlide6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2.xml"/></Relationships>
</file>

<file path=ppt/notesSlides/_rels/notesSlide6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3.xml"/></Relationships>
</file>

<file path=ppt/notesSlides/_rels/notesSlide6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4.xml"/></Relationships>
</file>

<file path=ppt/notesSlides/_rels/notesSlide6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5.xml"/></Relationships>
</file>

<file path=ppt/notesSlides/_rels/notesSlide6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6.xml"/></Relationships>
</file>

<file path=ppt/notesSlides/_rels/notesSlide6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7.xml"/></Relationships>
</file>

<file path=ppt/notesSlides/_rels/notesSlide6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8.xml"/></Relationships>
</file>

<file path=ppt/notesSlides/_rels/notesSlide6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9.xml"/></Relationships>
</file>

<file path=ppt/notesSlides/_rels/notesSlide6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0.xml"/></Relationships>
</file>

<file path=ppt/notesSlides/_rels/notesSlide6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1.xml"/></Relationships>
</file>

<file path=ppt/notesSlides/_rels/notesSlide6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2.xml"/></Relationships>
</file>

<file path=ppt/notesSlides/_rels/notesSlide6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3.xml"/></Relationships>
</file>

<file path=ppt/notesSlides/_rels/notesSlide6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4.xml"/></Relationships>
</file>

<file path=ppt/notesSlides/_rels/notesSlide6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5.xml"/></Relationships>
</file>

<file path=ppt/notesSlides/_rels/notesSlide6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6.xml"/></Relationships>
</file>

<file path=ppt/notesSlides/_rels/notesSlide6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7.xml"/></Relationships>
</file>

<file path=ppt/notesSlides/_rels/notesSlide6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8.xml"/></Relationships>
</file>

<file path=ppt/notesSlides/_rels/notesSlide6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9.xml"/></Relationships>
</file>

<file path=ppt/notesSlides/_rels/notesSlide6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0.xml"/></Relationships>
</file>

<file path=ppt/notesSlides/_rels/notesSlide7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1.xml"/></Relationships>
</file>

<file path=ppt/notesSlides/_rels/notesSlide7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2.xml"/></Relationships>
</file>

<file path=ppt/notesSlides/_rels/notesSlide7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3.xml"/></Relationships>
</file>

<file path=ppt/notesSlides/_rels/notesSlide7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4.xml"/></Relationships>
</file>

<file path=ppt/notesSlides/_rels/notesSlide7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5.xml"/></Relationships>
</file>

<file path=ppt/notesSlides/_rels/notesSlide7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6.xml"/></Relationships>
</file>

<file path=ppt/notesSlides/_rels/notesSlide7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7.xml"/></Relationships>
</file>

<file path=ppt/notesSlides/_rels/notesSlide7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8.xml"/></Relationships>
</file>

<file path=ppt/notesSlides/_rels/notesSlide7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9.xml"/></Relationships>
</file>

<file path=ppt/notesSlides/_rels/notesSlide7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0.xml"/></Relationships>
</file>

<file path=ppt/notesSlides/_rels/notesSlide7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1.xml"/></Relationships>
</file>

<file path=ppt/notesSlides/_rels/notesSlide7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2.xml"/></Relationships>
</file>

<file path=ppt/notesSlides/_rels/notesSlide7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3.xml"/></Relationships>
</file>

<file path=ppt/notesSlides/_rels/notesSlide7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4.xml"/></Relationships>
</file>

<file path=ppt/notesSlides/_rels/notesSlide7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5.xml"/></Relationships>
</file>

<file path=ppt/notesSlides/_rels/notesSlide7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6.xml"/></Relationships>
</file>

<file path=ppt/notesSlides/_rels/notesSlide7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7.xml"/></Relationships>
</file>

<file path=ppt/notesSlides/_rels/notesSlide7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8.xml"/></Relationships>
</file>

<file path=ppt/notesSlides/_rels/notesSlide7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9.xml"/></Relationships>
</file>

<file path=ppt/notesSlides/_rels/notesSlide7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0.xml"/></Relationships>
</file>

<file path=ppt/notesSlides/_rels/notesSlide7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1.xml"/></Relationships>
</file>

<file path=ppt/notesSlides/_rels/notesSlide7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2.xml"/></Relationships>
</file>

<file path=ppt/notesSlides/_rels/notesSlide7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3.xml"/></Relationships>
</file>

<file path=ppt/notesSlides/_rels/notesSlide7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4.xml"/></Relationships>
</file>

<file path=ppt/notesSlides/_rels/notesSlide7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5.xml"/></Relationships>
</file>

<file path=ppt/notesSlides/_rels/notesSlide7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6.xml"/></Relationships>
</file>

<file path=ppt/notesSlides/_rels/notesSlide7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7.xml"/></Relationships>
</file>

<file path=ppt/notesSlides/_rels/notesSlide7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8.xml"/></Relationships>
</file>

<file path=ppt/notesSlides/_rels/notesSlide7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9.xml"/></Relationships>
</file>

<file path=ppt/notesSlides/_rels/notesSlide7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0.xml"/></Relationships>
</file>

<file path=ppt/notesSlides/_rels/notesSlide7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1.xml"/></Relationships>
</file>

<file path=ppt/notesSlides/_rels/notesSlide7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2.xml"/></Relationships>
</file>

<file path=ppt/notesSlides/_rels/notesSlide7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3.xml"/></Relationships>
</file>

<file path=ppt/notesSlides/_rels/notesSlide7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4.xml"/></Relationships>
</file>

<file path=ppt/notesSlides/_rels/notesSlide7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5.xml"/></Relationships>
</file>

<file path=ppt/notesSlides/_rels/notesSlide7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6.xml"/></Relationships>
</file>

<file path=ppt/notesSlides/_rels/notesSlide7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7.xml"/></Relationships>
</file>

<file path=ppt/notesSlides/_rels/notesSlide7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8.xml"/></Relationships>
</file>

<file path=ppt/notesSlides/_rels/notesSlide7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9.xml"/></Relationships>
</file>

<file path=ppt/notesSlides/_rels/notesSlide7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0.xml"/></Relationships>
</file>

<file path=ppt/notesSlides/_rels/notesSlide7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1.xml"/></Relationships>
</file>

<file path=ppt/notesSlides/_rels/notesSlide7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2.xml"/></Relationships>
</file>

<file path=ppt/notesSlides/_rels/notesSlide7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3.xml"/></Relationships>
</file>

<file path=ppt/notesSlides/_rels/notesSlide7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4.xml"/></Relationships>
</file>

<file path=ppt/notesSlides/_rels/notesSlide7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5.xml"/></Relationships>
</file>

<file path=ppt/notesSlides/_rels/notesSlide7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6.xml"/></Relationships>
</file>

<file path=ppt/notesSlides/_rels/notesSlide7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7.xml"/></Relationships>
</file>

<file path=ppt/notesSlides/_rels/notesSlide7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8.xml"/></Relationships>
</file>

<file path=ppt/notesSlides/_rels/notesSlide7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9.xml"/></Relationships>
</file>

<file path=ppt/notesSlides/_rels/notesSlide7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0.xml"/></Relationships>
</file>

<file path=ppt/notesSlides/_rels/notesSlide7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1.xml"/></Relationships>
</file>

<file path=ppt/notesSlides/_rels/notesSlide7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2.xml"/></Relationships>
</file>

<file path=ppt/notesSlides/_rels/notesSlide7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3.xml"/></Relationships>
</file>

<file path=ppt/notesSlides/_rels/notesSlide7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4.xml"/></Relationships>
</file>

<file path=ppt/notesSlides/_rels/notesSlide7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5.xml"/></Relationships>
</file>

<file path=ppt/notesSlides/_rels/notesSlide7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6.xml"/></Relationships>
</file>

<file path=ppt/notesSlides/_rels/notesSlide7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7.xml"/></Relationships>
</file>

<file path=ppt/notesSlides/_rels/notesSlide7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8.xml"/></Relationships>
</file>

<file path=ppt/notesSlides/_rels/notesSlide7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9.xml"/></Relationships>
</file>

<file path=ppt/notesSlides/_rels/notesSlide7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0.xml"/></Relationships>
</file>

<file path=ppt/notesSlides/_rels/notesSlide7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1.xml"/></Relationships>
</file>

<file path=ppt/notesSlides/_rels/notesSlide7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2.xml"/></Relationships>
</file>

<file path=ppt/notesSlides/_rels/notesSlide7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3.xml"/></Relationships>
</file>

<file path=ppt/notesSlides/_rels/notesSlide7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4.xml"/></Relationships>
</file>

<file path=ppt/notesSlides/_rels/notesSlide7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5.xml"/></Relationships>
</file>

<file path=ppt/notesSlides/_rels/notesSlide7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6.xml"/></Relationships>
</file>

<file path=ppt/notesSlides/_rels/notesSlide7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7.xml"/></Relationships>
</file>

<file path=ppt/notesSlides/_rels/notesSlide7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8.xml"/></Relationships>
</file>

<file path=ppt/notesSlides/_rels/notesSlide7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9.xml"/></Relationships>
</file>

<file path=ppt/notesSlides/_rels/notesSlide7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0.xml"/></Relationships>
</file>

<file path=ppt/notesSlides/_rels/notesSlide7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1.xml"/></Relationships>
</file>

<file path=ppt/notesSlides/_rels/notesSlide7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2.xml"/></Relationships>
</file>

<file path=ppt/notesSlides/_rels/notesSlide7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3.xml"/></Relationships>
</file>

<file path=ppt/notesSlides/_rels/notesSlide7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4.xml"/></Relationships>
</file>

<file path=ppt/notesSlides/_rels/notesSlide7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5.xml"/></Relationships>
</file>

<file path=ppt/notesSlides/_rels/notesSlide7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6.xml"/></Relationships>
</file>

<file path=ppt/notesSlides/_rels/notesSlide7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7.xml"/></Relationships>
</file>

<file path=ppt/notesSlides/_rels/notesSlide7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8.xml"/></Relationships>
</file>

<file path=ppt/notesSlides/_rels/notesSlide7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9.xml"/></Relationships>
</file>

<file path=ppt/notesSlides/_rels/notesSlide7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0.xml"/></Relationships>
</file>

<file path=ppt/notesSlides/_rels/notesSlide7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1.xml"/></Relationships>
</file>

<file path=ppt/notesSlides/_rels/notesSlide7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2.xml"/></Relationships>
</file>

<file path=ppt/notesSlides/_rels/notesSlide7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3.xml"/></Relationships>
</file>

<file path=ppt/notesSlides/_rels/notesSlide7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4.xml"/></Relationships>
</file>

<file path=ppt/notesSlides/_rels/notesSlide7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5.xml"/></Relationships>
</file>

<file path=ppt/notesSlides/_rels/notesSlide7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6.xml"/></Relationships>
</file>

<file path=ppt/notesSlides/_rels/notesSlide7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7.xml"/></Relationships>
</file>

<file path=ppt/notesSlides/_rels/notesSlide7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8.xml"/></Relationships>
</file>

<file path=ppt/notesSlides/_rels/notesSlide7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9.xml"/></Relationships>
</file>

<file path=ppt/notesSlides/_rels/notesSlide7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0.xml"/></Relationships>
</file>

<file path=ppt/notesSlides/_rels/notesSlide7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1.xml"/></Relationships>
</file>

<file path=ppt/notesSlides/_rels/notesSlide7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2.xml"/></Relationships>
</file>

<file path=ppt/notesSlides/_rels/notesSlide7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3.xml"/></Relationships>
</file>

<file path=ppt/notesSlides/_rels/notesSlide7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4.xml"/></Relationships>
</file>

<file path=ppt/notesSlides/_rels/notesSlide7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5.xml"/></Relationships>
</file>

<file path=ppt/notesSlides/_rels/notesSlide7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6.xml"/></Relationships>
</file>

<file path=ppt/notesSlides/_rels/notesSlide7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7.xml"/></Relationships>
</file>

<file path=ppt/notesSlides/_rels/notesSlide7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8.xml"/></Relationships>
</file>

<file path=ppt/notesSlides/_rels/notesSlide7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presentation was generated from the provided module text file. All content and examples are included as text and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				Module System in 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Packages &amp; __init__.py (5 min) __name__ and __main__ (5 min) Bytecode &amp; __pycache__ (5 min) Best Practices &amp; Summary (2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Q1: What is a Module System?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1&gt; A module is simply a Python file (.py) containing functions, variables, classes, and executable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</a:t>
            </a:r>
          </a:p>
          <a:p>
            <a:r>
              <a:t>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Module is a Python file containing reusable code that can be imported and used in another Python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2&gt;To organize code properly, Python provides a Module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3&gt;The module system helps divide a large program into smaller, reusable parts.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Q2: Why Do We Need Modules?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*&gt; Without modules: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code is written in a single file.</a:t>
            </a:r>
          </a:p>
          <a:p>
            <a:r>
              <a:t>Code becomes difficult to read.</a:t>
            </a:r>
          </a:p>
          <a:p>
            <a:r>
              <a:t>Maintenance becomes hard.</a:t>
            </a:r>
          </a:p>
          <a:p>
            <a:r>
              <a:t>Reusing code is difficult.</a:t>
            </a:r>
          </a:p>
          <a:p>
            <a:r>
              <a:t>Team collaboration becomes complicated.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Q3&gt; With modules (advantages):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is organized.</a:t>
            </a:r>
          </a:p>
          <a:p>
            <a:r>
              <a:t>Code can be reused.</a:t>
            </a:r>
          </a:p>
          <a:p>
            <a:r>
              <a:t>Development becomes faster.</a:t>
            </a:r>
          </a:p>
          <a:p>
            <a:r>
              <a:t>Debugging becomes easier.</a:t>
            </a:r>
          </a:p>
          <a:p>
            <a:r>
              <a:t>Multiple developers can work on different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q4&gt;Module Basics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Components of a Module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module can contain: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Variables</a:t>
            </a:r>
          </a:p>
          <a:p>
            <a:r>
              <a:t>pi = 3.14159</a:t>
            </a:r>
          </a:p>
          <a:p>
            <a:r>
              <a:t>Functions</a:t>
            </a:r>
          </a:p>
          <a:p>
            <a:r>
              <a:t>def greet(name):</a:t>
            </a:r>
          </a:p>
          <a:p>
            <a:r>
              <a:t>    print("Hello", name)</a:t>
            </a:r>
          </a:p>
          <a:p>
            <a:r>
              <a:t>Classes</a:t>
            </a:r>
          </a:p>
          <a:p>
            <a:r>
              <a:t>class Student:</a:t>
            </a:r>
          </a:p>
          <a:p>
            <a:r>
              <a:t>    pass</a:t>
            </a:r>
          </a:p>
          <a:p>
            <a:r>
              <a:t>Executable Statements</a:t>
            </a:r>
          </a:p>
          <a:p>
            <a:r>
              <a:t>print("Module Loaded")</a:t>
            </a:r>
          </a:p>
          <a:p>
            <a:r>
              <a:t>Using a Module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Suppose we have: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calculator.py</a:t>
            </a:r>
          </a:p>
          <a:p>
            <a:r>
              <a:t>def add(a, b):</a:t>
            </a:r>
          </a:p>
          <a:p>
            <a:r>
              <a:t>    return a + b</a:t>
            </a:r>
          </a:p>
          <a:p>
            <a:r>
              <a:t>main.py</a:t>
            </a:r>
          </a:p>
          <a:p>
            <a:r>
              <a:t>import calculator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print(calculator.add(10, 20))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Output: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q5&gt;Types of Modules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Built-in Modules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Already provided by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math</a:t>
            </a:r>
          </a:p>
          <a:p>
            <a:r>
              <a:t>random</a:t>
            </a:r>
          </a:p>
          <a:p>
            <a:r>
              <a:t>os</a:t>
            </a:r>
          </a:p>
          <a:p>
            <a:r>
              <a:t>sys</a:t>
            </a:r>
          </a:p>
          <a:p>
            <a:r>
              <a:t>datetime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math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print(math.sqrt(25))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Output: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5.0</a:t>
            </a:r>
          </a:p>
          <a:p>
            <a:r>
              <a:t>2. User-Defined Modules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Modules created by programmers.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mymodule.py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 hello():</a:t>
            </a:r>
          </a:p>
          <a:p>
            <a:r>
              <a:t>    print("Hello World")</a:t>
            </a:r>
          </a:p>
          <a:p>
            <a:r>
              <a:t>3. Third-Party Modules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Created by external developers.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Installed using pip.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numpy</a:t>
            </a:r>
          </a:p>
          <a:p>
            <a:r>
              <a:t>pandas</a:t>
            </a:r>
          </a:p>
          <a:p>
            <a:r>
              <a:t>requests</a:t>
            </a:r>
          </a:p>
          <a:p>
            <a:r>
              <a:t>flask</a:t>
            </a:r>
          </a:p>
          <a:p>
            <a:r>
              <a:t>django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Installation: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pip install numpy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numpy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q6&gt;Import Statements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Import?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means loading code from one module into another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uses the import statement for this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6.1Basic Import</a:t>
            </a:r>
          </a:p>
          <a:p>
            <a:r>
              <a:t>import math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print(math.sqrt(16))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Output: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6.2 Import Specific Functions</a:t>
            </a:r>
          </a:p>
          <a:p>
            <a:r>
              <a:t>Syntax</a:t>
            </a:r>
          </a:p>
          <a:p>
            <a:r>
              <a:t>from module_name import function_name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math import sqrt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print(sqrt(25))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Output: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5.0</a:t>
            </a:r>
          </a:p>
          <a:p>
            <a:r>
              <a:t>Advantage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need to write: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math.sqrt()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6.3</a:t>
            </a:r>
          </a:p>
          <a:p>
            <a:r>
              <a:t>Import Multiple Functions</a:t>
            </a:r>
          </a:p>
          <a:p>
            <a:r>
              <a:t>from math import sqrt, factorial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print(sqrt(36))</a:t>
            </a:r>
          </a:p>
          <a:p>
            <a:r>
              <a:t>print(factorial(5))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Output: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6.0</a:t>
            </a:r>
          </a:p>
          <a:p>
            <a:r>
              <a:t>120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6.4 Import Everything</a:t>
            </a:r>
          </a:p>
          <a:p>
            <a:r>
              <a:t>from math import 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print(sqrt(49))</a:t>
            </a:r>
          </a:p>
          <a:p>
            <a:r>
              <a:t>print(factorial(4))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Disadvantage</a:t>
            </a:r>
          </a:p>
          <a:p>
            <a:r>
              <a:t>Namespace pollution</a:t>
            </a:r>
          </a:p>
          <a:p>
            <a:r>
              <a:t>Difficult to identify source of functions</a:t>
            </a:r>
          </a:p>
          <a:p>
            <a:r>
              <a:t>Not recommended in professional projects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6.5</a:t>
            </a:r>
          </a:p>
          <a:p>
            <a:r>
              <a:t>Import with Alias</a:t>
            </a:r>
          </a:p>
          <a:p>
            <a:r>
              <a:t>Syntax</a:t>
            </a:r>
          </a:p>
          <a:p>
            <a:r>
              <a:t>import module_name as alias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math import factorial as fact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print(fact(5))</a:t>
            </a:r>
          </a:p>
          <a:p>
            <a:r>
              <a:t>Output: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6.6</a:t>
            </a:r>
          </a:p>
          <a:p>
            <a:r>
              <a:t>Multiple Import Example</a:t>
            </a:r>
          </a:p>
          <a:p>
            <a:r>
              <a:t>import math</a:t>
            </a:r>
          </a:p>
          <a:p>
            <a:r>
              <a:t>import random</a:t>
            </a:r>
          </a:p>
          <a:p>
            <a:r>
              <a:t>import 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math, random, 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q7&gt; Internal Working of Python Module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Python sees: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math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does not directly start using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follows a complete process: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math</a:t>
            </a:r>
          </a:p>
          <a:p>
            <a:r>
              <a:t>    │</a:t>
            </a:r>
          </a:p>
          <a:p>
            <a:r>
              <a:t>    ▼</a:t>
            </a:r>
          </a:p>
          <a:p>
            <a:r>
              <a:t>Check sys.modules</a:t>
            </a:r>
          </a:p>
          <a:p>
            <a:r>
              <a:t>    │</a:t>
            </a:r>
          </a:p>
          <a:p>
            <a:r>
              <a:t>    ▼</a:t>
            </a:r>
          </a:p>
          <a:p>
            <a:r>
              <a:t>Find Module</a:t>
            </a:r>
          </a:p>
          <a:p>
            <a:r>
              <a:t>    │</a:t>
            </a:r>
          </a:p>
          <a:p>
            <a:r>
              <a:t>    ▼</a:t>
            </a:r>
          </a:p>
          <a:p>
            <a:r>
              <a:t>Create Module Object</a:t>
            </a:r>
          </a:p>
          <a:p>
            <a:r>
              <a:t>    │</a:t>
            </a:r>
          </a:p>
          <a:p>
            <a:r>
              <a:t>    ▼</a:t>
            </a:r>
          </a:p>
          <a:p>
            <a:r>
              <a:t>Compile (.py → .pyc)</a:t>
            </a:r>
          </a:p>
          <a:p>
            <a:r>
              <a:t>    │</a:t>
            </a:r>
          </a:p>
          <a:p>
            <a:r>
              <a:t>    ▼</a:t>
            </a:r>
          </a:p>
          <a:p>
            <a:r>
              <a:t>Execute Module Code</a:t>
            </a:r>
          </a:p>
          <a:p>
            <a:r>
              <a:t>    │</a:t>
            </a:r>
          </a:p>
          <a:p>
            <a:r>
              <a:t>    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Store in sys.modules</a:t>
            </a:r>
          </a:p>
          <a:p>
            <a:r>
              <a:t>    │</a:t>
            </a:r>
          </a:p>
          <a:p>
            <a:r>
              <a:t>    ▼</a:t>
            </a:r>
          </a:p>
          <a:p>
            <a:r>
              <a:t>Bind Name in Current Namespace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q8&gt;Step 1: Check Module Cache (sys.modules)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Python checks: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sys.modules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dictionary containing all loaded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sys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print("math" in sys.modules)</a:t>
            </a:r>
          </a:p>
          <a:p>
            <a:r>
              <a:t>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avoid loading the same module repeatedly.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math</a:t>
            </a:r>
          </a:p>
          <a:p>
            <a:r>
              <a:t>import math</a:t>
            </a:r>
          </a:p>
          <a:p>
            <a:r>
              <a:t>import math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loads it only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Remaining imports come from cache.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q9&gt;Step 2: Search for Module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Suppose module is not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searches in locations stored in: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sys.path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sys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print(sys.path)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Output: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</a:t>
            </a:r>
          </a:p>
          <a:p>
            <a:r>
              <a:t> current directory,</a:t>
            </a:r>
          </a:p>
          <a:p>
            <a:r>
              <a:t> PYTHONPATH,</a:t>
            </a:r>
          </a:p>
          <a:p>
            <a:r>
              <a:t> standard library,</a:t>
            </a:r>
          </a:p>
          <a:p>
            <a:r>
              <a:t> site-packages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Search order: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Current Directory</a:t>
            </a:r>
          </a:p>
          <a:p>
            <a:r>
              <a:t>project/</a:t>
            </a:r>
          </a:p>
          <a:p>
            <a:r>
              <a:t> ├── main.py</a:t>
            </a:r>
          </a:p>
          <a:p>
            <a:r>
              <a:t> └── math.py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checks here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 PYTHONPATH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Environment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export PYTHONPATH=/home/modules</a:t>
            </a:r>
          </a:p>
          <a:p>
            <a:r>
              <a:t>3. Standard Library</a:t>
            </a:r>
          </a:p>
          <a:p>
            <a:r>
              <a:t>math</a:t>
            </a:r>
          </a:p>
          <a:p>
            <a:r>
              <a:t>os</a:t>
            </a:r>
          </a:p>
          <a:p>
            <a:r>
              <a:t>sys</a:t>
            </a:r>
          </a:p>
          <a:p>
            <a:r>
              <a:t>datetime</a:t>
            </a:r>
          </a:p>
          <a:p>
            <a:r>
              <a:t>json</a:t>
            </a:r>
          </a:p>
          <a:p>
            <a:r>
              <a:t>4. Site Packages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Installed packages.</a:t>
            </a:r>
          </a:p>
          <a:p>
            <a:r>
              <a:t>pip install numpy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q10&gt;Step 3: Create Module Object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Python finds the file: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calculator.py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creates a Module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Internally: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= ModuleType("calculator")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object will hold: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functions</a:t>
            </a:r>
          </a:p>
          <a:p>
            <a:r>
              <a:t>variables</a:t>
            </a:r>
          </a:p>
          <a:p>
            <a:r>
              <a:t>classes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q11&gt;Step 4: Compile Source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Suppose: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calculator.py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contains: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 add(a,b):</a:t>
            </a:r>
          </a:p>
          <a:p>
            <a:r>
              <a:t>    return a+b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compiles: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calculator.py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into bytecode: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calculator.pyc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stored inside: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__pycache__/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__pycache__/</a:t>
            </a:r>
          </a:p>
          <a:p>
            <a:r>
              <a:t>calculator.cpython-313.pyc</a:t>
            </a:r>
          </a:p>
          <a:p>
            <a:r>
              <a:t>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Bytecode loads faster next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q12&gt;Step 5: Execute Module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executes every statement in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print("Loading Calculator")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 =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 add(a,b):</a:t>
            </a:r>
          </a:p>
          <a:p>
            <a:r>
              <a:t>    return a+b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imported: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calculator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Output: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Loading Calculator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Because module executes once during import.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q13&gt;</a:t>
            </a:r>
          </a:p>
          <a:p>
            <a:r>
              <a:t>Step 6: Store in sys.modules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execution: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sys.modules["calculator"]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stores module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 "calculator": &lt;module object&gt;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imports use cache.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re-execution.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q14&gt;</a:t>
            </a:r>
          </a:p>
          <a:p>
            <a:r>
              <a:t>Step 7: Bind Module Name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calculator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creates reference: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calculator → module object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calculator.add()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q15&gt;</a:t>
            </a:r>
          </a:p>
          <a:p>
            <a:r>
              <a:t>Case 1: Import Same Module Multiple Times</a:t>
            </a:r>
          </a:p>
          <a:p>
            <a:r>
              <a:t>import math</a:t>
            </a:r>
          </a:p>
          <a:p>
            <a:r>
              <a:t>import math</a:t>
            </a:r>
          </a:p>
          <a:p>
            <a:r>
              <a:t>import math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times loaded?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Once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Because: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sys.modules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already contains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Interview Favorite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2: Circular Import</a:t>
            </a:r>
          </a:p>
          <a:p>
            <a:r>
              <a:t>file1.py</a:t>
            </a:r>
          </a:p>
          <a:p>
            <a:r>
              <a:t>import file2</a:t>
            </a:r>
          </a:p>
          <a:p>
            <a:r>
              <a:t>file2.py</a:t>
            </a:r>
          </a:p>
          <a:p>
            <a:r>
              <a:t>import file1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file1 → file2</a:t>
            </a:r>
          </a:p>
          <a:p>
            <a:r>
              <a:t>      ↑</a:t>
            </a:r>
          </a:p>
          <a:p>
            <a:r>
              <a:t>      ↓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gets stuck during initialization.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Error: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ImportError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imports inside functions</a:t>
            </a:r>
          </a:p>
          <a:p>
            <a:r>
              <a:t>Restructure code</a:t>
            </a:r>
          </a:p>
          <a:p>
            <a:r>
              <a:t>Case 3: Import Module vs Function</a:t>
            </a:r>
          </a:p>
          <a:p>
            <a:r>
              <a:t>Module Import</a:t>
            </a:r>
          </a:p>
          <a:p>
            <a:r>
              <a:t>import math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math.sqrt(25)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loads whole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 Import</a:t>
            </a:r>
          </a:p>
          <a:p>
            <a:r>
              <a:t>from math import sqrt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sqrt(25)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reference is added to namespace.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Interview Question: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is preferred?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math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Reason: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Better readability</a:t>
            </a:r>
          </a:p>
          <a:p>
            <a:r>
              <a:t>Avoids namespace pollution</a:t>
            </a:r>
          </a:p>
          <a:p>
            <a:r>
              <a:t>Case 4: from module import *</a:t>
            </a:r>
          </a:p>
          <a:p>
            <a:r>
              <a:t>from math import 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sqrt()</a:t>
            </a:r>
          </a:p>
          <a:p>
            <a:r>
              <a:t>sin()</a:t>
            </a:r>
          </a:p>
          <a:p>
            <a:r>
              <a:t>cos()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appear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module owns sqrt?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Unknown.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5: Module Shadowing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project/</a:t>
            </a:r>
          </a:p>
          <a:p>
            <a:r>
              <a:t> ├── math.py</a:t>
            </a:r>
          </a:p>
          <a:p>
            <a:r>
              <a:t> └── main.py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math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Will Python load built-in math?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loads local math.py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called: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Shadowing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Very common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6: pycache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run: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calculator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__pycache__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containing: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calculator.cpython-313.pyc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run: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may use bytecode.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Benefits: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Faster startup</a:t>
            </a:r>
          </a:p>
          <a:p>
            <a:r>
              <a:t>Case 7: Reload Module</a:t>
            </a:r>
          </a:p>
          <a:p>
            <a:r>
              <a:t>import calculator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Modify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still uses cached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reload: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importlib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importlib.reload(calculator)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Interview Question: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changes not reflected?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Because module already exists in: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sys.modules</a:t>
            </a:r>
          </a:p>
          <a:p>
            <a:r>
              <a:t>Case 8: Import Package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Structure: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project/</a:t>
            </a:r>
          </a:p>
          <a:p>
            <a:r>
              <a:t> ├── main.py</a:t>
            </a:r>
          </a:p>
          <a:p>
            <a:r>
              <a:t> └── utils/</a:t>
            </a:r>
          </a:p>
          <a:p>
            <a:r>
              <a:t>      ├── __init__.py</a:t>
            </a:r>
          </a:p>
          <a:p>
            <a:r>
              <a:t>      └── helper.py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utils import helper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Finds package</a:t>
            </a:r>
          </a:p>
          <a:p>
            <a:r>
              <a:t>Executes __init__.py</a:t>
            </a:r>
          </a:p>
          <a:p>
            <a:r>
              <a:t>Loads helper.py</a:t>
            </a:r>
          </a:p>
          <a:p>
            <a:r>
              <a:t>Stores both in cache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q16&gt;1. Packages &amp; __init__.py (5 Minutes)</a:t>
            </a:r>
          </a:p>
          <a:p>
            <a:r>
              <a:t>What is a Package?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Package is a collection of related modules organized inside a directory.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Package</a:t>
            </a:r>
          </a:p>
          <a:p>
            <a:r>
              <a:t>project/</a:t>
            </a:r>
          </a:p>
          <a:p>
            <a:r>
              <a:t>│</a:t>
            </a:r>
          </a:p>
          <a:p>
            <a:r>
              <a:t>├── user.py</a:t>
            </a:r>
          </a:p>
          <a:p>
            <a:r>
              <a:t>├── payment.py</a:t>
            </a:r>
          </a:p>
          <a:p>
            <a:r>
              <a:t>├── order.py</a:t>
            </a:r>
          </a:p>
          <a:p>
            <a:r>
              <a:t>├── cart.py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the project grows, managing hundreds of modules becomes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Package</a:t>
            </a:r>
          </a:p>
          <a:p>
            <a:r>
              <a:t>project/</a:t>
            </a:r>
          </a:p>
          <a:p>
            <a:r>
              <a:t>│</a:t>
            </a:r>
          </a:p>
          <a:p>
            <a:r>
              <a:t>├── main.py</a:t>
            </a:r>
          </a:p>
          <a:p>
            <a:r>
              <a:t>│</a:t>
            </a:r>
          </a:p>
          <a:p>
            <a:r>
              <a:t>├── ecommerce/</a:t>
            </a:r>
          </a:p>
          <a:p>
            <a:r>
              <a:t>│   ├── user.py</a:t>
            </a:r>
          </a:p>
          <a:p>
            <a:r>
              <a:t>│   ├── payment.py</a:t>
            </a:r>
          </a:p>
          <a:p>
            <a:r>
              <a:t>│   ├── order.py</a:t>
            </a:r>
          </a:p>
          <a:p>
            <a:r>
              <a:t>│   └── cart.py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all ecommerce-related modules are grouped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package is a directory that contains multiple Python modules and helps organize large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Do We Need Packages?</a:t>
            </a:r>
          </a:p>
          <a:p>
            <a:r>
              <a:t>Better Organization</a:t>
            </a:r>
          </a:p>
          <a:p>
            <a:r>
              <a:t>Large Project</a:t>
            </a:r>
          </a:p>
          <a:p>
            <a:r>
              <a:t>      │</a:t>
            </a:r>
          </a:p>
          <a:p>
            <a:r>
              <a:t> ┌────┼────┐</a:t>
            </a:r>
          </a:p>
          <a:p>
            <a:r>
              <a:t> │    │    │</a:t>
            </a:r>
          </a:p>
          <a:p>
            <a:r>
              <a:t>Auth DB Payment</a:t>
            </a:r>
          </a:p>
          <a:p>
            <a:r>
              <a:t>Avoid Naming Conflicts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packages: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may exist in multiple places.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Packages create namespaces: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auth.utils</a:t>
            </a:r>
          </a:p>
          <a:p>
            <a:r>
              <a:t>payment.utils</a:t>
            </a:r>
          </a:p>
          <a:p>
            <a:r>
              <a:t>What is __init__.py?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Inside a package: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ecommerce/</a:t>
            </a:r>
          </a:p>
          <a:p>
            <a:r>
              <a:t>│</a:t>
            </a:r>
          </a:p>
          <a:p>
            <a:r>
              <a:t>├── __init__.py</a:t>
            </a:r>
          </a:p>
          <a:p>
            <a:r>
              <a:t>├── user.py</a:t>
            </a:r>
          </a:p>
          <a:p>
            <a:r>
              <a:t>├── payment.py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__init__.py is a special file executed when the package is imported.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Old Python Behavior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Python 3.3: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folder without __init__.py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was NOT considered a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Python supports Namespace Packages, but __init__.py is still widely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q17&gt;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__init__.py?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__init__.py is a special Python file that is used inside a package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tells Python: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"This folder should be treated as a Python package."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q18&gt;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Introduction section of your presentation, you can use these headings: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Introduction to Python Module System</a:t>
            </a:r>
          </a:p>
          <a:p>
            <a:r>
              <a:t>What is a Module?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the Module System?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Do We Need Modules?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Problems Without Modules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Benefits of Using Modules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Real-World Example of Modules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Modules Improve Code Organization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Features of Python Module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vs Package (Quick Overview)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 for 3-Minute Introduction</a:t>
            </a:r>
          </a:p>
          <a:p>
            <a:r>
              <a:t>1. What is a Module?</a:t>
            </a:r>
          </a:p>
          <a:p>
            <a:r>
              <a:t>A module is a Python file (.py) containing reusable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 What is the Module System?</a:t>
            </a:r>
          </a:p>
          <a:p>
            <a:r>
              <a:t>The mechanism Python uses to organize, import, and manage modules and packages.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 Why Do We Need Modules?</a:t>
            </a:r>
          </a:p>
          <a:p>
            <a:r>
              <a:t>To avoid writing all code in a single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make code reusable and maintainable.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 Benefits of Modules</a:t>
            </a:r>
          </a:p>
          <a:p>
            <a:r>
              <a:t>Reusability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Maintainability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Scalability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Better Organization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Collaboration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 Real-World Example</a:t>
            </a:r>
          </a:p>
          <a:p>
            <a:r>
              <a:t>E-commerce Application: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payment.py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6. Learning Objectives</a:t>
            </a:r>
          </a:p>
          <a:p>
            <a:r>
              <a:t>Understand modules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 imports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Understand how Python loads modules internally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 packages and best practices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Line for Presentation</a:t>
            </a:r>
          </a:p>
          <a:p>
            <a:r>
              <a:t>"The Python Module System is a way to organize code into reusable files and packages, making programs easier to develop, maintain, and scale."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a prompt for 1st 10slide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prompt in NotebookLM, Gamma, Canva AI, Beautiful.ai, or any PPT generator: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a professional, modern, and highly interactive PowerPoint presentation on "Module System in Python" for a 45-minute technical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Audience: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Beginners and intermediate Python learners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College students and freshers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on easy-to-understand explanations with real-world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 Requirements: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Dark theme with Python-inspired colors (Blue and Yellow)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icons, diagrams, animations, flowcharts, and code snippets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speaker notes for each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Include visuals showing how Python imports and manages modules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minimal text and maximum visual explanations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slide should have a clear title, key points, example, and takeaway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 the first 10 slides as follows: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Title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System in 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Subtitle: Organizing, Importing, and Managing Python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Python-themed background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Basics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Statements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Working of Import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Packages &amp; init.py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and main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Bytecode &amp; pycache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What is a Module?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Definition of module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module is a .py 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Examples of modules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representation of Python 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What is the Module System?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Definition of Python Module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Python organizes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Relationship between modules, packages, and imports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Why Do We Need Modules?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Problems with single-file applications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duplication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Maintenance difficulties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Scalability issues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collaboration challenges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Benefits of Modules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Reusability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Maintainability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Scalability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Include infographic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7: Real-World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E-commerce application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payment.py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diagram showing separation of responsibilities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8: Module Basics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Variables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Executable statements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Annotated code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9: Types of Modules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Built-in Modules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User-Defined Modules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Third-Party Modules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Comparison table with examples: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random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pandas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10: Creating and Using Your First Module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calculator.py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in main.py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execution 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expected output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a simple code walkthrough animation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every slide: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Include detailed speaker notes (100–150 words)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visuals and diagrams wherever possible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syntax-highlighted Python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Include one key takeaway box at the bottom of each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Maintain a professional and engaging presentation style throughout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prompt will generate a strong Introduction + Module Basics section (first 10 slides) and can easily cover the first 8–10 minutes of your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explain how module system in python work internally in detail and different cases que regarding this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Working of Python Module System (10 Minutes)</a:t>
            </a:r>
          </a:p>
          <a:p>
            <a:r>
              <a:t>This is one of the most important topics for interviews because it explains what happens behind the scenes when you write import module_name.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The Big Picture</a:t>
            </a:r>
          </a:p>
          <a:p>
            <a:r>
              <a:t>When Python sees: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math</a:t>
            </a:r>
          </a:p>
          <a:p>
            <a:r>
              <a:t>Python does not directly start using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follows a complete process: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math</a:t>
            </a:r>
          </a:p>
          <a:p>
            <a:r>
              <a:t>    │</a:t>
            </a:r>
          </a:p>
          <a:p>
            <a:r>
              <a:t>    ▼</a:t>
            </a:r>
          </a:p>
          <a:p>
            <a:r>
              <a:t>Check sys.modules</a:t>
            </a:r>
          </a:p>
          <a:p>
            <a:r>
              <a:t>    │</a:t>
            </a:r>
          </a:p>
          <a:p>
            <a:r>
              <a:t>    ▼</a:t>
            </a:r>
          </a:p>
          <a:p>
            <a:r>
              <a:t>Find Module</a:t>
            </a:r>
          </a:p>
          <a:p>
            <a:r>
              <a:t>    │</a:t>
            </a:r>
          </a:p>
          <a:p>
            <a:r>
              <a:t>    ▼</a:t>
            </a:r>
          </a:p>
          <a:p>
            <a:r>
              <a:t>Create Module Object</a:t>
            </a:r>
          </a:p>
          <a:p>
            <a:r>
              <a:t>    │</a:t>
            </a:r>
          </a:p>
          <a:p>
            <a:r>
              <a:t>    ▼</a:t>
            </a:r>
          </a:p>
          <a:p>
            <a:r>
              <a:t>Compile (.py → .pyc)</a:t>
            </a:r>
          </a:p>
          <a:p>
            <a:r>
              <a:t>    │</a:t>
            </a:r>
          </a:p>
          <a:p>
            <a:r>
              <a:t>    ▼</a:t>
            </a:r>
          </a:p>
          <a:p>
            <a:r>
              <a:t>Execute Module Code</a:t>
            </a:r>
          </a:p>
          <a:p>
            <a:r>
              <a:t>    │</a:t>
            </a:r>
          </a:p>
          <a:p>
            <a:r>
              <a:t>    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Store in sys.modules</a:t>
            </a:r>
          </a:p>
          <a:p>
            <a:r>
              <a:t>    │</a:t>
            </a:r>
          </a:p>
          <a:p>
            <a:r>
              <a:t>    ▼</a:t>
            </a:r>
          </a:p>
          <a:p>
            <a:r>
              <a:t>Bind Name in Current Namespace</a:t>
            </a:r>
          </a:p>
          <a:p>
            <a:r>
              <a:t>Step 1: Check Module Cache (sys.modules)</a:t>
            </a:r>
          </a:p>
          <a:p>
            <a:r>
              <a:t>First Python checks: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sys.modules</a:t>
            </a:r>
          </a:p>
          <a:p>
            <a:r>
              <a:t>This is a dictionary containing all loaded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sys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print("math" in sys.modules)</a:t>
            </a:r>
          </a:p>
          <a:p>
            <a:r>
              <a:t>Why?</a:t>
            </a:r>
          </a:p>
          <a:p>
            <a:r>
              <a:t>To avoid loading the same module repeatedly.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math</a:t>
            </a:r>
          </a:p>
          <a:p>
            <a:r>
              <a:t>import math</a:t>
            </a:r>
          </a:p>
          <a:p>
            <a:r>
              <a:t>import math</a:t>
            </a:r>
          </a:p>
          <a:p>
            <a:r>
              <a:t>Python loads it only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Remaining imports come from cache.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2: Search for Module</a:t>
            </a:r>
          </a:p>
          <a:p>
            <a:r>
              <a:t>Suppose module is not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searches in locations stored in: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sys.path</a:t>
            </a:r>
          </a:p>
          <a:p>
            <a:r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sys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print(sys.path)</a:t>
            </a:r>
          </a:p>
          <a:p>
            <a:r>
              <a:t>Output: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</a:t>
            </a:r>
          </a:p>
          <a:p>
            <a:r>
              <a:t> current directory,</a:t>
            </a:r>
          </a:p>
          <a:p>
            <a:r>
              <a:t> PYTHONPATH,</a:t>
            </a:r>
          </a:p>
          <a:p>
            <a:r>
              <a:t> standard library,</a:t>
            </a:r>
          </a:p>
          <a:p>
            <a:r>
              <a:t> site-packages</a:t>
            </a:r>
          </a:p>
          <a:p>
            <a:r>
              <a:t>]</a:t>
            </a:r>
          </a:p>
          <a:p>
            <a:r>
              <a:t>Search order: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Current Directory</a:t>
            </a:r>
          </a:p>
          <a:p>
            <a:r>
              <a:t>project/</a:t>
            </a:r>
          </a:p>
          <a:p>
            <a:r>
              <a:t> ├── main.py</a:t>
            </a:r>
          </a:p>
          <a:p>
            <a:r>
              <a:t> └── math.py</a:t>
            </a:r>
          </a:p>
          <a:p>
            <a:r>
              <a:t>Python checks here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 PYTHONPATH</a:t>
            </a:r>
          </a:p>
          <a:p>
            <a:r>
              <a:t>Environment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export PYTHONPATH=/home/modules</a:t>
            </a:r>
          </a:p>
          <a:p>
            <a:r>
              <a:t>3. Standard Library</a:t>
            </a:r>
          </a:p>
          <a:p>
            <a:r>
              <a:t>math</a:t>
            </a:r>
          </a:p>
          <a:p>
            <a:r>
              <a:t>os</a:t>
            </a:r>
          </a:p>
          <a:p>
            <a:r>
              <a:t>sys</a:t>
            </a:r>
          </a:p>
          <a:p>
            <a:r>
              <a:t>datetime</a:t>
            </a:r>
          </a:p>
          <a:p>
            <a:r>
              <a:t>json</a:t>
            </a:r>
          </a:p>
          <a:p>
            <a:r>
              <a:t>4. Site Packages</a:t>
            </a:r>
          </a:p>
          <a:p>
            <a:r>
              <a:t>Installed packages.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pip install numpy</a:t>
            </a:r>
          </a:p>
          <a:p>
            <a:r>
              <a:t>Stored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3: Create Module Object</a:t>
            </a:r>
          </a:p>
          <a:p>
            <a:r>
              <a:t>When Python finds the file: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calculator.py</a:t>
            </a:r>
          </a:p>
          <a:p>
            <a:r>
              <a:t>It creates a Module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Internally: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= ModuleType("calculator")</a:t>
            </a:r>
          </a:p>
          <a:p>
            <a:r>
              <a:t>This object will hold: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functions</a:t>
            </a:r>
          </a:p>
          <a:p>
            <a:r>
              <a:t>variables</a:t>
            </a:r>
          </a:p>
          <a:p>
            <a:r>
              <a:t>classes</a:t>
            </a:r>
          </a:p>
          <a:p>
            <a:r>
              <a:t>Step 4: Compile Source Code</a:t>
            </a:r>
          </a:p>
          <a:p>
            <a:r>
              <a:t>Suppose: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calculator.py</a:t>
            </a:r>
          </a:p>
          <a:p>
            <a:r>
              <a:t>contains: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 add(a,b):</a:t>
            </a:r>
          </a:p>
          <a:p>
            <a:r>
              <a:t>    return a+b</a:t>
            </a:r>
          </a:p>
          <a:p>
            <a:r>
              <a:t>Python compiles: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calculator.py</a:t>
            </a:r>
          </a:p>
          <a:p>
            <a:r>
              <a:t>into bytecode: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calculator.pyc</a:t>
            </a:r>
          </a:p>
          <a:p>
            <a:r>
              <a:t>stored inside: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__pycache__/</a:t>
            </a:r>
          </a:p>
          <a:p>
            <a:r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__pycache__/</a:t>
            </a:r>
          </a:p>
          <a:p>
            <a:r>
              <a:t>calculator.cpython-313.pyc</a:t>
            </a:r>
          </a:p>
          <a:p>
            <a:r>
              <a:t>Why?</a:t>
            </a:r>
          </a:p>
          <a:p>
            <a:r>
              <a:t>Bytecode loads faster next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5: Execute Module</a:t>
            </a:r>
          </a:p>
          <a:p>
            <a:r>
              <a:t>Python executes every statement in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print("Loading Calculator")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 =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 add(a,b):</a:t>
            </a:r>
          </a:p>
          <a:p>
            <a:r>
              <a:t>    return a+b</a:t>
            </a:r>
          </a:p>
          <a:p>
            <a:r>
              <a:t>When imported: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calculator</a:t>
            </a:r>
          </a:p>
          <a:p>
            <a:r>
              <a:t>Output: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Loading Calculator</a:t>
            </a:r>
          </a:p>
          <a:p>
            <a:r>
              <a:t>Because module executes once during import.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6: Store in sys.modules</a:t>
            </a:r>
          </a:p>
          <a:p>
            <a:r>
              <a:t>After execution: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sys.modules["calculator"]</a:t>
            </a:r>
          </a:p>
          <a:p>
            <a:r>
              <a:t>stores module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 "calculator": &lt;module object&gt;</a:t>
            </a:r>
          </a:p>
          <a:p>
            <a:r>
              <a:t>}</a:t>
            </a:r>
          </a:p>
          <a:p>
            <a:r>
              <a:t>Future imports use cache.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re-execution.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7: Bind Module Name</a:t>
            </a:r>
          </a:p>
          <a:p>
            <a:r>
              <a:t>Finally: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calculator</a:t>
            </a:r>
          </a:p>
          <a:p>
            <a:r>
              <a:t>creates reference: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calculator → module object</a:t>
            </a:r>
          </a:p>
          <a:p>
            <a:r>
              <a:t>Now: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calculator.add()</a:t>
            </a:r>
          </a:p>
          <a:p>
            <a:r>
              <a:t>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1: Import Same Module Multiple Times</a:t>
            </a:r>
          </a:p>
          <a:p>
            <a:r>
              <a:t>import math</a:t>
            </a:r>
          </a:p>
          <a:p>
            <a:r>
              <a:t>import math</a:t>
            </a:r>
          </a:p>
          <a:p>
            <a:r>
              <a:t>import math</a:t>
            </a:r>
          </a:p>
          <a:p>
            <a:r>
              <a:t>Question: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times loaded?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Once</a:t>
            </a:r>
          </a:p>
          <a:p>
            <a:r>
              <a:t>Because: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sys.modules</a:t>
            </a:r>
          </a:p>
          <a:p>
            <a:r>
              <a:t>already contains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Interview Favorite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2: Circular Import</a:t>
            </a:r>
          </a:p>
          <a:p>
            <a:r>
              <a:t>file1.py</a:t>
            </a:r>
          </a:p>
          <a:p>
            <a:r>
              <a:t>import file2</a:t>
            </a:r>
          </a:p>
          <a:p>
            <a:r>
              <a:t>file2.py</a:t>
            </a:r>
          </a:p>
          <a:p>
            <a:r>
              <a:t>import file1</a:t>
            </a:r>
          </a:p>
          <a:p>
            <a:r>
              <a:t>Problem: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file1 → file2</a:t>
            </a:r>
          </a:p>
          <a:p>
            <a:r>
              <a:t>      ↑</a:t>
            </a:r>
          </a:p>
          <a:p>
            <a:r>
              <a:t>      ↓</a:t>
            </a:r>
          </a:p>
          <a:p>
            <a:r>
              <a:t>Python gets stuck during initialization.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Error: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ImportError</a:t>
            </a:r>
          </a:p>
          <a:p>
            <a:r>
              <a:t>Solution: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imports inside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Restructure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3: Import Module vs Function</a:t>
            </a:r>
          </a:p>
          <a:p>
            <a:r>
              <a:t>Module Import</a:t>
            </a:r>
          </a:p>
          <a:p>
            <a:r>
              <a:t>import math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math.sqrt(25)</a:t>
            </a:r>
          </a:p>
          <a:p>
            <a:r>
              <a:t>Python loads whole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 Import</a:t>
            </a:r>
          </a:p>
          <a:p>
            <a:r>
              <a:t>from math import sqrt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sqrt(25)</a:t>
            </a:r>
          </a:p>
          <a:p>
            <a:r>
              <a:t>Only reference is added to namespace.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Interview Question: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is preferred?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math</a:t>
            </a:r>
          </a:p>
          <a:p>
            <a:r>
              <a:t>Reason: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Better readability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Avoids namespace pollution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4: from module import *</a:t>
            </a:r>
          </a:p>
          <a:p>
            <a:r>
              <a:t>from math import *</a:t>
            </a:r>
          </a:p>
          <a:p>
            <a:r>
              <a:t>Now: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sqrt()</a:t>
            </a:r>
          </a:p>
          <a:p>
            <a:r>
              <a:t>sin()</a:t>
            </a:r>
          </a:p>
          <a:p>
            <a:r>
              <a:t>cos()</a:t>
            </a:r>
          </a:p>
          <a:p>
            <a:r>
              <a:t>all appear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module owns sqrt?</a:t>
            </a:r>
          </a:p>
          <a:p>
            <a:r>
              <a:t>Unknown.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5: Module Shadowing</a:t>
            </a:r>
          </a:p>
          <a:p>
            <a:r>
              <a:t>Project: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project/</a:t>
            </a:r>
          </a:p>
          <a:p>
            <a:r>
              <a:t> ├── math.py</a:t>
            </a:r>
          </a:p>
          <a:p>
            <a:r>
              <a:t> └── main.py</a:t>
            </a:r>
          </a:p>
          <a:p>
            <a:r>
              <a:t>main.py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math</a:t>
            </a:r>
          </a:p>
          <a:p>
            <a:r>
              <a:t>Question: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Will Python load built-in math?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</a:t>
            </a:r>
          </a:p>
          <a:p>
            <a:r>
              <a:t>Python loads local math.py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called: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Shadowing</a:t>
            </a:r>
          </a:p>
          <a:p>
            <a:r>
              <a:t>Very common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6: pycache</a:t>
            </a:r>
          </a:p>
          <a:p>
            <a:r>
              <a:t>First run: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calculator</a:t>
            </a:r>
          </a:p>
          <a:p>
            <a:r>
              <a:t>creates: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__pycache__</a:t>
            </a:r>
          </a:p>
          <a:p>
            <a:r>
              <a:t>containing: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calculator.cpython-313.pyc</a:t>
            </a:r>
          </a:p>
          <a:p>
            <a:r>
              <a:t>Second run: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may use bytecode.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Benefits: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Faster startup</a:t>
            </a:r>
          </a:p>
          <a:p>
            <a:r>
              <a:t>Case 7: Reload Module</a:t>
            </a:r>
          </a:p>
          <a:p>
            <a:r>
              <a:t>import calculator</a:t>
            </a:r>
          </a:p>
          <a:p>
            <a:r>
              <a:t>Modify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still uses cached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reload: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importlib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importlib.reload(calculator)</a:t>
            </a:r>
          </a:p>
          <a:p>
            <a:r>
              <a:t>Interview Question: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changes not reflected?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Because module already exists in: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sys.modules</a:t>
            </a:r>
          </a:p>
          <a:p>
            <a:r>
              <a:t>Case 8: Import Package</a:t>
            </a:r>
          </a:p>
          <a:p>
            <a:r>
              <a:t>Structure: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project/</a:t>
            </a:r>
          </a:p>
          <a:p>
            <a:r>
              <a:t> ├── main.py</a:t>
            </a:r>
          </a:p>
          <a:p>
            <a:r>
              <a:t> └── utils/</a:t>
            </a:r>
          </a:p>
          <a:p>
            <a:r>
              <a:t>      ├── __init__.py</a:t>
            </a:r>
          </a:p>
          <a:p>
            <a:r>
              <a:t>      └── helper.py</a:t>
            </a:r>
          </a:p>
          <a:p>
            <a:r>
              <a:t>Import: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utils import helper</a:t>
            </a:r>
          </a:p>
          <a:p>
            <a:r>
              <a:t>Python: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Finds package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Executes __init__.py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Loads helper.py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Stores both in cache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Asked Interview Questions</a:t>
            </a:r>
          </a:p>
          <a:p>
            <a:r>
              <a:t>Q1. What happens when Python executes import?</a:t>
            </a:r>
          </a:p>
          <a:p>
            <a:r>
              <a:t>Answer: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sys.modules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Search in sys.path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module object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Compile to bytecode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Execute module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Store in cache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Bind name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Q2. Why is module imported only once?</a:t>
            </a:r>
          </a:p>
          <a:p>
            <a:r>
              <a:t>Because Python caches modules in: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sys.modules</a:t>
            </a:r>
          </a:p>
          <a:p>
            <a:r>
              <a:t>Q3. What is sys.path?</a:t>
            </a:r>
          </a:p>
          <a:p>
            <a:r>
              <a:t>List of directories where Python searches for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Q4. What is sys.modules?</a:t>
            </a:r>
          </a:p>
          <a:p>
            <a:r>
              <a:t>Dictionary containing all loaded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Q5. What is pycache?</a:t>
            </a:r>
          </a:p>
          <a:p>
            <a:r>
              <a:t>Folder containing compiled bytecode (.pyc)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Q6. Difference between import and from import?</a:t>
            </a:r>
          </a:p>
          <a:p>
            <a:r>
              <a:t>import math</a:t>
            </a:r>
          </a:p>
          <a:p>
            <a:r>
              <a:t>Access via: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math.sqrt()</a:t>
            </a:r>
          </a:p>
          <a:p>
            <a:r>
              <a:t>Whereas: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math import sqrt</a:t>
            </a:r>
          </a:p>
          <a:p>
            <a:r>
              <a:t>Access via: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sqrt()</a:t>
            </a:r>
          </a:p>
          <a:p>
            <a:r>
              <a:t>One-Line Summary</a:t>
            </a:r>
          </a:p>
          <a:p>
            <a:r>
              <a:t>When Python imports a module, it first checks the cache (sys.modules), searches the module path (sys.path), loads and executes the module, stores it in memory, and reuses the cached version for future imports.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explain for this topkc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Packages &amp; __init__.py (5 min) __name__ and __main__ (5 min) Bytecode &amp; __pycache__ (5 min) Best Practices &amp; Summary (2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Packages &amp; __init__.py (5 Minutes)</a:t>
            </a:r>
          </a:p>
          <a:p>
            <a:r>
              <a:t>What is a Package?</a:t>
            </a:r>
          </a:p>
          <a:p>
            <a:r>
              <a:t>A Package is a collection of related modules organized inside a directory.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Package</a:t>
            </a:r>
          </a:p>
          <a:p>
            <a:r>
              <a:t>project/</a:t>
            </a:r>
          </a:p>
          <a:p>
            <a:r>
              <a:t>│</a:t>
            </a:r>
          </a:p>
          <a:p>
            <a:r>
              <a:t>├── user.py</a:t>
            </a:r>
          </a:p>
          <a:p>
            <a:r>
              <a:t>├── payment.py</a:t>
            </a:r>
          </a:p>
          <a:p>
            <a:r>
              <a:t>├── order.py</a:t>
            </a:r>
          </a:p>
          <a:p>
            <a:r>
              <a:t>├── cart.py</a:t>
            </a:r>
          </a:p>
          <a:p>
            <a:r>
              <a:t>As the project grows, managing hundreds of modules becomes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Package</a:t>
            </a:r>
          </a:p>
          <a:p>
            <a:r>
              <a:t>project/</a:t>
            </a:r>
          </a:p>
          <a:p>
            <a:r>
              <a:t>│</a:t>
            </a:r>
          </a:p>
          <a:p>
            <a:r>
              <a:t>├── main.py</a:t>
            </a:r>
          </a:p>
          <a:p>
            <a:r>
              <a:t>│</a:t>
            </a:r>
          </a:p>
          <a:p>
            <a:r>
              <a:t>├── ecommerce/</a:t>
            </a:r>
          </a:p>
          <a:p>
            <a:r>
              <a:t>│   ├── user.py</a:t>
            </a:r>
          </a:p>
          <a:p>
            <a:r>
              <a:t>│   ├── payment.py</a:t>
            </a:r>
          </a:p>
          <a:p>
            <a:r>
              <a:t>│   ├── order.py</a:t>
            </a:r>
          </a:p>
          <a:p>
            <a:r>
              <a:t>│   └── cart.py</a:t>
            </a:r>
          </a:p>
          <a:p>
            <a:r>
              <a:t>Now all ecommerce-related modules are grouped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Definition</a:t>
            </a:r>
          </a:p>
          <a:p>
            <a:r>
              <a:t>A package is a directory that contains multiple Python modules and helps organize large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Do We Need Packages?</a:t>
            </a:r>
          </a:p>
          <a:p>
            <a:r>
              <a:t>Better Organization</a:t>
            </a:r>
          </a:p>
          <a:p>
            <a:r>
              <a:t>Large Project</a:t>
            </a:r>
          </a:p>
          <a:p>
            <a:r>
              <a:t>      │</a:t>
            </a:r>
          </a:p>
          <a:p>
            <a:r>
              <a:t> ┌────┼────┐</a:t>
            </a:r>
          </a:p>
          <a:p>
            <a:r>
              <a:t> │    │    │</a:t>
            </a:r>
          </a:p>
          <a:p>
            <a:r>
              <a:t>Auth DB Payment</a:t>
            </a:r>
          </a:p>
          <a:p>
            <a:r>
              <a:t>Avoid Naming Conflicts</a:t>
            </a:r>
          </a:p>
          <a:p>
            <a:r>
              <a:t>Without packages: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utils.py</a:t>
            </a:r>
          </a:p>
          <a:p>
            <a:r>
              <a:t>may exist in multiple places.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Packages create namespaces: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auth.utils</a:t>
            </a:r>
          </a:p>
          <a:p>
            <a:r>
              <a:t>payment.utils</a:t>
            </a:r>
          </a:p>
          <a:p>
            <a:r>
              <a:t>What is __init__.py?</a:t>
            </a:r>
          </a:p>
          <a:p>
            <a:r>
              <a:t>Inside a package: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ecommerce/</a:t>
            </a:r>
          </a:p>
          <a:p>
            <a:r>
              <a:t>│</a:t>
            </a:r>
          </a:p>
          <a:p>
            <a:r>
              <a:t>├── __init__.py</a:t>
            </a:r>
          </a:p>
          <a:p>
            <a:r>
              <a:t>├── user.py</a:t>
            </a:r>
          </a:p>
          <a:p>
            <a:r>
              <a:t>├── payment.py</a:t>
            </a:r>
          </a:p>
          <a:p>
            <a:r>
              <a:t>__init__.py is a special file executed when the package is imported.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Old Python Behavior</a:t>
            </a:r>
          </a:p>
          <a:p>
            <a:r>
              <a:t>Before Python 3.3: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folder without __init__.py</a:t>
            </a:r>
          </a:p>
          <a:p>
            <a:r>
              <a:t>was NOT considered a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Python supports Namespace Packages, but __init__.py is still widely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Happens When Package is Imported?</a:t>
            </a:r>
          </a:p>
          <a:p>
            <a:r>
              <a:t>import ecommerce</a:t>
            </a:r>
          </a:p>
          <a:p>
            <a:r>
              <a:t>Python: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</a:t>
            </a:r>
          </a:p>
          <a:p>
            <a:r>
              <a:t>Finds package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</a:t>
            </a:r>
          </a:p>
          <a:p>
            <a:r>
              <a:t>Executes: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__init__.py</a:t>
            </a:r>
          </a:p>
          <a:p>
            <a:r>
              <a:t>Step 3</a:t>
            </a:r>
          </a:p>
          <a:p>
            <a:r>
              <a:t>Creates package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</a:t>
            </a:r>
          </a:p>
          <a:p>
            <a:r>
              <a:t>Loads requested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</a:t>
            </a:r>
          </a:p>
          <a:p>
            <a:r>
              <a:t>init.py</a:t>
            </a:r>
          </a:p>
          <a:p>
            <a:r>
              <a:t>print("Package Loaded")</a:t>
            </a:r>
          </a:p>
          <a:p>
            <a:r>
              <a:t>main.py</a:t>
            </a:r>
          </a:p>
          <a:p>
            <a:r>
              <a:t>import ecommerce</a:t>
            </a:r>
          </a:p>
          <a:p>
            <a:r>
              <a:t>Output: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 Loaded</a:t>
            </a:r>
          </a:p>
          <a:p>
            <a:r>
              <a:t>Using __init__.py</a:t>
            </a:r>
          </a:p>
          <a:p>
            <a:r>
              <a:t>Export Selected Modules</a:t>
            </a:r>
          </a:p>
          <a:p>
            <a:r>
              <a:t>from .user import User</a:t>
            </a:r>
          </a:p>
          <a:p>
            <a:r>
              <a:t>from .payment import Payment</a:t>
            </a:r>
          </a:p>
          <a:p>
            <a:r>
              <a:t>Now: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ecommerce import User</a:t>
            </a:r>
          </a:p>
          <a:p>
            <a:r>
              <a:t>works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 Import Example</a:t>
            </a:r>
          </a:p>
          <a:p>
            <a:r>
              <a:t>Structure: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project/</a:t>
            </a:r>
          </a:p>
          <a:p>
            <a:r>
              <a:t>│</a:t>
            </a:r>
          </a:p>
          <a:p>
            <a:r>
              <a:t>├── main.py</a:t>
            </a:r>
          </a:p>
          <a:p>
            <a:r>
              <a:t>│</a:t>
            </a:r>
          </a:p>
          <a:p>
            <a:r>
              <a:t>└── ecommerce/</a:t>
            </a:r>
          </a:p>
          <a:p>
            <a:r>
              <a:t>    ├── __init__.py</a:t>
            </a:r>
          </a:p>
          <a:p>
            <a:r>
              <a:t>    ├── user.py</a:t>
            </a:r>
          </a:p>
          <a:p>
            <a:r>
              <a:t>user.py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 login():</a:t>
            </a:r>
          </a:p>
          <a:p>
            <a:r>
              <a:t>    print("Login")</a:t>
            </a:r>
          </a:p>
          <a:p>
            <a:r>
              <a:t>main.py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ecommerce import user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user.login()</a:t>
            </a:r>
          </a:p>
          <a:p>
            <a:r>
              <a:t>Output: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Login</a:t>
            </a:r>
          </a:p>
          <a:p>
            <a:r>
              <a:t>Interview Questions</a:t>
            </a:r>
          </a:p>
          <a:p>
            <a:r>
              <a:t>What is a Package?</a:t>
            </a:r>
          </a:p>
          <a:p>
            <a:r>
              <a:t>A directory containing related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use Packages?</a:t>
            </a:r>
          </a:p>
          <a:p>
            <a:r>
              <a:t>Organization and namespace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__init__.py?</a:t>
            </a:r>
          </a:p>
          <a:p>
            <a:r>
              <a:t>A special file executed when package is imported.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__init__.py mandatory?</a:t>
            </a:r>
          </a:p>
          <a:p>
            <a:r>
              <a:t>No in Python 3.3+, but commonly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 __name__ and __main__ (5 Minutes)</a:t>
            </a:r>
          </a:p>
          <a:p>
            <a:r>
              <a:t>This is one of the most asked Python interview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__name__?</a:t>
            </a:r>
          </a:p>
          <a:p>
            <a:r>
              <a:t>Every Python module has a built-in variable: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__name__</a:t>
            </a:r>
          </a:p>
          <a:p>
            <a:r>
              <a:t>Python automatically assigns its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1: Run File Directly</a:t>
            </a:r>
          </a:p>
          <a:p>
            <a:r>
              <a:t>file.py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print(__name__)</a:t>
            </a:r>
          </a:p>
          <a:p>
            <a:r>
              <a:t>Run: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file.py</a:t>
            </a:r>
          </a:p>
          <a:p>
            <a:r>
              <a:t>Output: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__main__</a:t>
            </a:r>
          </a:p>
          <a:p>
            <a:r>
              <a:t>Because file is the starting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2: Import File</a:t>
            </a:r>
          </a:p>
          <a:p>
            <a:r>
              <a:t>file.py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print(__name__)</a:t>
            </a:r>
          </a:p>
          <a:p>
            <a:r>
              <a:t>main.py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file</a:t>
            </a:r>
          </a:p>
          <a:p>
            <a:r>
              <a:t>Output: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file</a:t>
            </a:r>
          </a:p>
          <a:p>
            <a:r>
              <a:t>Because now it is imported as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is This Useful?</a:t>
            </a:r>
          </a:p>
          <a:p>
            <a:r>
              <a:t>Sometimes we want: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Testing Code</a:t>
            </a:r>
          </a:p>
          <a:p>
            <a:r>
              <a:t>to run only when file is executed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when imported.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</a:t>
            </a:r>
          </a:p>
          <a:p>
            <a:r>
              <a:t>calculator.py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 add(a,b):</a:t>
            </a:r>
          </a:p>
          <a:p>
            <a:r>
              <a:t>    return a+b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print("Running Test")</a:t>
            </a:r>
          </a:p>
          <a:p>
            <a:r>
              <a:t>Importing: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calculator</a:t>
            </a:r>
          </a:p>
          <a:p>
            <a:r>
              <a:t>Output: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Running Test</a:t>
            </a:r>
          </a:p>
          <a:p>
            <a:r>
              <a:t>Problem!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code runs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</a:t>
            </a:r>
          </a:p>
          <a:p>
            <a:r>
              <a:t>def add(a,b):</a:t>
            </a:r>
          </a:p>
          <a:p>
            <a:r>
              <a:t>    return a+b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__name__ == "__main__":</a:t>
            </a:r>
          </a:p>
          <a:p>
            <a:r>
              <a:t>    print(add(5,5))</a:t>
            </a:r>
          </a:p>
          <a:p>
            <a:r>
              <a:t>Run Directly</a:t>
            </a:r>
          </a:p>
          <a:p>
            <a:r>
              <a:t>python calculator.py</a:t>
            </a:r>
          </a:p>
          <a:p>
            <a:r>
              <a:t>Output: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</a:t>
            </a:r>
          </a:p>
          <a:p>
            <a:r>
              <a:t>Import</a:t>
            </a:r>
          </a:p>
          <a:p>
            <a:r>
              <a:t>import calculator</a:t>
            </a:r>
          </a:p>
          <a:p>
            <a:r>
              <a:t>Output: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</a:t>
            </a:r>
          </a:p>
          <a:p>
            <a:r>
              <a:t>Perfect!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Meaning of</a:t>
            </a:r>
          </a:p>
          <a:p>
            <a:r>
              <a:t>if __name__ == "__main__":</a:t>
            </a:r>
          </a:p>
          <a:p>
            <a:r>
              <a:t>Simply means: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Execute this block only if this file is run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World Uses</a:t>
            </a:r>
          </a:p>
          <a:p>
            <a:r>
              <a:t>Testing</a:t>
            </a:r>
          </a:p>
          <a:p>
            <a:r>
              <a:t>if __name__ == "__main__":</a:t>
            </a:r>
          </a:p>
          <a:p>
            <a:r>
              <a:t>Demo Code</a:t>
            </a:r>
          </a:p>
          <a:p>
            <a:r>
              <a:t>if __name__ == "__main__":</a:t>
            </a:r>
          </a:p>
          <a:p>
            <a:r>
              <a:t>Command-Line Scripts</a:t>
            </a:r>
          </a:p>
          <a:p>
            <a:r>
              <a:t>if __name__ == "__main__":</a:t>
            </a:r>
          </a:p>
          <a:p>
            <a:r>
              <a:t>Interview Questions</a:t>
            </a:r>
          </a:p>
          <a:p>
            <a:r>
              <a:t>What is __name__?</a:t>
            </a:r>
          </a:p>
          <a:p>
            <a:r>
              <a:t>A special variable indicating module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is __name__ == "__main__"?</a:t>
            </a:r>
          </a:p>
          <a:p>
            <a:r>
              <a:t>When file is executed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use it?</a:t>
            </a:r>
          </a:p>
          <a:p>
            <a:r>
              <a:t>To prevent code execution during imports.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 Bytecode &amp; __pycache__ (5 Minutes)</a:t>
            </a:r>
          </a:p>
          <a:p>
            <a:r>
              <a:t>This explains how Python executes code efficiently.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is Interpreted</a:t>
            </a:r>
          </a:p>
          <a:p>
            <a:r>
              <a:t>Source Code: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print("Hello")</a:t>
            </a:r>
          </a:p>
          <a:p>
            <a:r>
              <a:t>Python does not execute source code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Compilation</a:t>
            </a:r>
          </a:p>
          <a:p>
            <a:r>
              <a:t>Python converts: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hello.py</a:t>
            </a:r>
          </a:p>
          <a:p>
            <a:r>
              <a:t>into: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Bytecode</a:t>
            </a:r>
          </a:p>
          <a:p>
            <a:r>
              <a:t>What is Bytecode?</a:t>
            </a:r>
          </a:p>
          <a:p>
            <a:r>
              <a:t>Intermediate code between: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Source</a:t>
            </a:r>
          </a:p>
          <a:p>
            <a:r>
              <a:t>      ↓</a:t>
            </a:r>
          </a:p>
          <a:p>
            <a:r>
              <a:t>Bytecode</a:t>
            </a:r>
          </a:p>
          <a:p>
            <a:r>
              <a:t>      ↓</a:t>
            </a:r>
          </a:p>
          <a:p>
            <a:r>
              <a:t>Machine Code</a:t>
            </a:r>
          </a:p>
          <a:p>
            <a:r>
              <a:t>It is platform-independent.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</a:t>
            </a:r>
          </a:p>
          <a:p>
            <a:r>
              <a:t>Source: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 = 10</a:t>
            </a:r>
          </a:p>
          <a:p>
            <a:r>
              <a:t>print(x)</a:t>
            </a:r>
          </a:p>
          <a:p>
            <a:r>
              <a:t>Python converts internally into bytecode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Bytecode Stored?</a:t>
            </a:r>
          </a:p>
          <a:p>
            <a:r>
              <a:t>Inside: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__pycache__/</a:t>
            </a:r>
          </a:p>
          <a:p>
            <a:r>
              <a:t>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project/</a:t>
            </a:r>
          </a:p>
          <a:p>
            <a:r>
              <a:t>│</a:t>
            </a:r>
          </a:p>
          <a:p>
            <a:r>
              <a:t>├── hello.py</a:t>
            </a:r>
          </a:p>
          <a:p>
            <a:r>
              <a:t>│</a:t>
            </a:r>
          </a:p>
          <a:p>
            <a:r>
              <a:t>└── __pycache__/</a:t>
            </a:r>
          </a:p>
          <a:p>
            <a:r>
              <a:t>    └── hello.cpython-313.pyc</a:t>
            </a:r>
          </a:p>
          <a:p>
            <a:r>
              <a:t>What is .pyc File?</a:t>
            </a:r>
          </a:p>
          <a:p>
            <a:r>
              <a:t>Compiled Python bytecode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hello.cpython-313.pyc</a:t>
            </a:r>
          </a:p>
          <a:p>
            <a:r>
              <a:t>Why Create .pyc?</a:t>
            </a:r>
          </a:p>
          <a:p>
            <a:r>
              <a:t>Faster Startup</a:t>
            </a:r>
          </a:p>
          <a:p>
            <a:r>
              <a:t>Python doesn't always recompile.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Improved Performance</a:t>
            </a:r>
          </a:p>
          <a:p>
            <a:r>
              <a:t>Imports become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Example</a:t>
            </a:r>
          </a:p>
          <a:p>
            <a:r>
              <a:t>First Import: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math_utils</a:t>
            </a:r>
          </a:p>
          <a:p>
            <a:r>
              <a:t>Python: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Compile</a:t>
            </a:r>
          </a:p>
          <a:p>
            <a:r>
              <a:t>Store .pyc</a:t>
            </a:r>
          </a:p>
          <a:p>
            <a:r>
              <a:t>Execute</a:t>
            </a:r>
          </a:p>
          <a:p>
            <a:r>
              <a:t>Second Import: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math_utils</a:t>
            </a:r>
          </a:p>
          <a:p>
            <a:r>
              <a:t>Python may reuse: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.pyc file</a:t>
            </a:r>
          </a:p>
          <a:p>
            <a:r>
              <a:t>saving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See Bytecode?</a:t>
            </a:r>
          </a:p>
          <a:p>
            <a:r>
              <a:t>import dis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 add(a,b):</a:t>
            </a:r>
          </a:p>
          <a:p>
            <a:r>
              <a:t>    return a+b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dis.dis(add)</a:t>
            </a:r>
          </a:p>
          <a:p>
            <a:r>
              <a:t>Output: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LOAD_FAST</a:t>
            </a:r>
          </a:p>
          <a:p>
            <a:r>
              <a:t>LOAD_FAST</a:t>
            </a:r>
          </a:p>
          <a:p>
            <a:r>
              <a:t>BINARY_OP</a:t>
            </a:r>
          </a:p>
          <a:p>
            <a:r>
              <a:t>RETURN_VALUE</a:t>
            </a:r>
          </a:p>
          <a:p>
            <a:r>
              <a:t>These are bytecode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Interview Questions</a:t>
            </a:r>
          </a:p>
          <a:p>
            <a:r>
              <a:t>What is Bytecode?</a:t>
            </a:r>
          </a:p>
          <a:p>
            <a:r>
              <a:t>Intermediate code generated by Python compiler.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__pycache__?</a:t>
            </a:r>
          </a:p>
          <a:p>
            <a:r>
              <a:t>Directory storing compiled bytecode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.pyc?</a:t>
            </a:r>
          </a:p>
          <a:p>
            <a:r>
              <a:t>Compiled Python bytecode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Bytecode?</a:t>
            </a:r>
          </a:p>
          <a:p>
            <a:r>
              <a:t>Faster module loading and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Best Practices &amp; Summary (2 Minutes)</a:t>
            </a:r>
          </a:p>
          <a:p>
            <a:r>
              <a:t>Best Practices</a:t>
            </a:r>
          </a:p>
          <a:p>
            <a:r>
              <a:t>✔ Keep modules small and focused</a:t>
            </a:r>
          </a:p>
          <a:p>
            <a:r>
              <a:t>Bad: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everything.py</a:t>
            </a:r>
          </a:p>
          <a:p>
            <a:r>
              <a:t>Good: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user.py</a:t>
            </a:r>
          </a:p>
          <a:p>
            <a:r>
              <a:t>payment.py</a:t>
            </a:r>
          </a:p>
          <a:p>
            <a:r>
              <a:t>order.py</a:t>
            </a:r>
          </a:p>
          <a:p>
            <a:r>
              <a:t>✔ Avoid</a:t>
            </a:r>
          </a:p>
          <a:p>
            <a:r>
              <a:t>from module import *</a:t>
            </a:r>
          </a:p>
          <a:p>
            <a:r>
              <a:t>Use: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module</a:t>
            </a:r>
          </a:p>
          <a:p>
            <a:r>
              <a:t>✔ Use Packages</a:t>
            </a:r>
          </a:p>
          <a:p>
            <a:r>
              <a:t>Group related modules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✔ Use Meaningful Names</a:t>
            </a:r>
          </a:p>
          <a:p>
            <a:r>
              <a:t>auth.py</a:t>
            </a:r>
          </a:p>
          <a:p>
            <a:r>
              <a:t>database.py</a:t>
            </a:r>
          </a:p>
          <a:p>
            <a:r>
              <a:t>instead of: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abc.py</a:t>
            </a:r>
          </a:p>
          <a:p>
            <a:r>
              <a:t>xyz.py</a:t>
            </a:r>
          </a:p>
          <a:p>
            <a:r>
              <a:t>✔ Use</a:t>
            </a:r>
          </a:p>
          <a:p>
            <a:r>
              <a:t>if __name__ == "__main__":</a:t>
            </a:r>
          </a:p>
          <a:p>
            <a:r>
              <a:t>for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Summary Slide</a:t>
            </a:r>
          </a:p>
          <a:p>
            <a:r>
              <a:t>Module</a:t>
            </a:r>
          </a:p>
          <a:p>
            <a:r>
              <a:t>A Python .py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</a:t>
            </a:r>
          </a:p>
          <a:p>
            <a:r>
              <a:t>Collection of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__init__.py</a:t>
            </a:r>
          </a:p>
          <a:p>
            <a:r>
              <a:t>Runs when package 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__name__</a:t>
            </a:r>
          </a:p>
          <a:p>
            <a:r>
              <a:t>Stores module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__main__</a:t>
            </a:r>
          </a:p>
          <a:p>
            <a:r>
              <a:t>Indicates entry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Bytecode</a:t>
            </a:r>
          </a:p>
          <a:p>
            <a:r>
              <a:t>Compiled intermediate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__pycache__</a:t>
            </a:r>
          </a:p>
          <a:p>
            <a:r>
              <a:t>Stores .pyc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</a:t>
            </a:r>
          </a:p>
          <a:p>
            <a:r>
              <a:t>Python's Module System organizes code using modules and packages, controls execution with __name__ and __main__, and improves performance using bytecode and __pycache__.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__init__.py in python module explain in easy language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__init__.py Explained in Easy Language</a:t>
            </a:r>
          </a:p>
          <a:p>
            <a:r>
              <a:t>What is __init__.py?</a:t>
            </a:r>
          </a:p>
          <a:p>
            <a:r>
              <a:t>__init__.py is a special Python file that is used inside a package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tells Python: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"This folder should be treated as a Python package."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</a:t>
            </a:r>
          </a:p>
          <a:p>
            <a:r>
              <a:t>Folder Structure: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project/</a:t>
            </a:r>
          </a:p>
          <a:p>
            <a:r>
              <a:t>│</a:t>
            </a:r>
          </a:p>
          <a:p>
            <a:r>
              <a:t>├── main.py</a:t>
            </a:r>
          </a:p>
          <a:p>
            <a:r>
              <a:t>│</a:t>
            </a:r>
          </a:p>
          <a:p>
            <a:r>
              <a:t>└── utils/</a:t>
            </a:r>
          </a:p>
          <a:p>
            <a:r>
              <a:t>    ├── __init__.py</a:t>
            </a:r>
          </a:p>
          <a:p>
            <a:r>
              <a:t>    ├── math_utils.py</a:t>
            </a:r>
          </a:p>
          <a:p>
            <a:r>
              <a:t>    └── string_utils.py</a:t>
            </a:r>
          </a:p>
          <a:p>
            <a:r>
              <a:t>Here, utils is a package because it contains __init__.py.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Do We Use __init__.py?</a:t>
            </a:r>
          </a:p>
          <a:p>
            <a:r>
              <a:t>1. Makes a Folder a Package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 Runs Initialization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Whatever code is inside __init__.py runs when the package is imported.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__init__.py acts like the manager of a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q19&gt;__name__ and __main__</a:t>
            </a:r>
          </a:p>
          <a:p>
            <a:r>
              <a:t>When Python runs a file, it automatically creates a special variable called: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__name__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 What is __name__?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__name__ is a built-in variable that Python automatically creates for every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print(__name__)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1: Running a File Directly</a:t>
            </a:r>
          </a:p>
          <a:p>
            <a:r>
              <a:t>demo.py</a:t>
            </a:r>
          </a:p>
          <a:p>
            <a:r>
              <a:t>print(__name__)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demo.py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Output: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__main__</a:t>
            </a:r>
          </a:p>
          <a:p>
            <a:r>
              <a:t>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Because this file is the starting point of the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automatically sets: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__name__ = "__main__"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 Case 2: Importing a File</a:t>
            </a:r>
          </a:p>
          <a:p>
            <a:r>
              <a:t>demo.py</a:t>
            </a:r>
          </a:p>
          <a:p>
            <a:r>
              <a:t>print(__name__)</a:t>
            </a:r>
          </a:p>
          <a:p>
            <a:r>
              <a:t>main.py</a:t>
            </a:r>
          </a:p>
          <a:p>
            <a:r>
              <a:t>import 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Output: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</a:t>
            </a:r>
          </a:p>
          <a:p>
            <a:r>
              <a:t>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Because now demo.py is being used as a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sets: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__name__ = "demo"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(the module name)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 Why is this Important?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Suppose we create a module: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calculator.py</a:t>
            </a:r>
          </a:p>
          <a:p>
            <a:r>
              <a:t>def add(a, b):</a:t>
            </a:r>
          </a:p>
          <a:p>
            <a:r>
              <a:t>    return a +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print("Testing Calculator")</a:t>
            </a:r>
          </a:p>
          <a:p>
            <a:r>
              <a:t>main.py</a:t>
            </a:r>
          </a:p>
          <a:p>
            <a:r>
              <a:t>import calculator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Output: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Testing Calculator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testing code runs automatically during import.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desirable.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6. Solution: if __name__ == "__main__"</a:t>
            </a:r>
          </a:p>
          <a:p>
            <a:r>
              <a:t>def add(a, b):</a:t>
            </a:r>
          </a:p>
          <a:p>
            <a:r>
              <a:t>    return a +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__name__ == "__main__":</a:t>
            </a:r>
          </a:p>
          <a:p>
            <a:r>
              <a:t>    print(add(5, 5))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means: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this code only when the file is executed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7. How It Works</a:t>
            </a:r>
          </a:p>
          <a:p>
            <a:r>
              <a:t>Run Directly</a:t>
            </a:r>
          </a:p>
          <a:p>
            <a:r>
              <a:t>python calculator.py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sets: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__name__ = "__main__"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Condition: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__name__ == "__main__":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becomes: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True: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Output: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</a:t>
            </a:r>
          </a:p>
          <a:p>
            <a:r>
              <a:t>Import the Module</a:t>
            </a:r>
          </a:p>
          <a:p>
            <a:r>
              <a:t>import calculator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sets: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__name__ = "calculator"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Condition: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"calculator" == "__main__":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becomes: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False: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Output: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functions are imported.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q20&gt;</a:t>
            </a:r>
          </a:p>
          <a:p>
            <a:r>
              <a:t>Best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Instead of writing: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__name__ == "__main__":</a:t>
            </a:r>
          </a:p>
          <a:p>
            <a:r>
              <a:t>    # large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 main():</a:t>
            </a:r>
          </a:p>
          <a:p>
            <a:r>
              <a:t>    print("Application Started")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__name__ == "__main__":</a:t>
            </a:r>
          </a:p>
          <a:p>
            <a:r>
              <a:t>    main()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keeps code clean and readable.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q21&gt;Bytecode &amp; __pycache__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topic explains how Python executes code internally and why imports become faster after the first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 What is Bytecode?</a:t>
            </a:r>
          </a:p>
          <a:p>
            <a:r>
              <a:t>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Bytecode is an intermediate form of Python code generated after compilation and executed by the Python Virtual Machine (PVM).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Code</a:t>
            </a:r>
          </a:p>
          <a:p>
            <a:r>
              <a:t>      ↓</a:t>
            </a:r>
          </a:p>
          <a:p>
            <a:r>
              <a:t>Bytecode</a:t>
            </a:r>
          </a:p>
          <a:p>
            <a:r>
              <a:t>      ↓</a:t>
            </a:r>
          </a:p>
          <a:p>
            <a:r>
              <a:t>Machine Execution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 Why Does Python Use Bytecode?</a:t>
            </a:r>
          </a:p>
          <a:p>
            <a:r>
              <a:t>Faster Execution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doesn't need to recompile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Platform Independence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bytecode can run 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Windows</a:t>
            </a:r>
          </a:p>
          <a:p>
            <a:r>
              <a:t>Linux</a:t>
            </a:r>
          </a:p>
          <a:p>
            <a:r>
              <a:t>macOS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(as long as Python interpreter exists)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Better Import 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Imports become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q24&gt;3. Why Does Python Use Bytecode?</a:t>
            </a:r>
          </a:p>
          <a:p>
            <a:r>
              <a:t>Faster Execution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doesn't need to recompile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Platform Independence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bytecode can run 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Windows</a:t>
            </a:r>
          </a:p>
          <a:p>
            <a:r>
              <a:t>Linux</a:t>
            </a:r>
          </a:p>
          <a:p>
            <a:r>
              <a:t>macOS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(as long as Python interpreter exists)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Better Import 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Imports become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0. Does Python Always Use .pyc?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checks: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Has source code changed?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Recompile</a:t>
            </a:r>
          </a:p>
          <a:p>
            <a:r>
              <a:t>Create new .pyc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no: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existing .pyc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How to View Bytecode?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provides: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dis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dis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 add(a,b):</a:t>
            </a:r>
          </a:p>
          <a:p>
            <a:r>
              <a:t>    return a+b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dis.dis(add)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Output: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LOAD_FAST</a:t>
            </a:r>
          </a:p>
          <a:p>
            <a:r>
              <a:t>LOAD_FAST</a:t>
            </a:r>
          </a:p>
          <a:p>
            <a:r>
              <a:t>BINARY_OP</a:t>
            </a:r>
          </a:p>
          <a:p>
            <a:r>
              <a:t>RETURN_VALUE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bytecode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12. Bytecode vs Source Code</a:t>
            </a:r>
          </a:p>
          <a:p>
            <a:r>
              <a:t>Source Code	Bytecode</a:t>
            </a:r>
          </a:p>
          <a:p>
            <a:r>
              <a:t>Human Readable	Machine Friendly</a:t>
            </a:r>
          </a:p>
          <a:p>
            <a:r>
              <a:t>Written by Developer	Generated by Python</a:t>
            </a:r>
          </a:p>
          <a:p>
            <a:r>
              <a:t>.py File	.pyc File</a:t>
            </a:r>
          </a:p>
          <a:p>
            <a:r>
              <a:t>Easy to Edit	Not Easy to Edit</a:t>
            </a:r>
          </a:p>
          <a:p>
            <a:r>
              <a:t>13. Interview Cases</a:t>
            </a:r>
          </a:p>
          <a:p>
            <a:r>
              <a:t>Case 1</a:t>
            </a:r>
          </a:p>
          <a:p>
            <a:r>
              <a:t>Question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does Python create __pycache__?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store compiled bytecode files and improve execution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2</a:t>
            </a:r>
          </a:p>
          <a:p>
            <a:r>
              <a:t>Question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stored in __pycache__?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Compiled .pyc bytecode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3</a:t>
            </a:r>
          </a:p>
          <a:p>
            <a:r>
              <a:t>Question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 we delete __pycache__?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automatically recreates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4</a:t>
            </a:r>
          </a:p>
          <a:p>
            <a:r>
              <a:t>Question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happens if .pyc is deleted?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recompiles source code and creates a new .pyc.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5</a:t>
            </a:r>
          </a:p>
          <a:p>
            <a:r>
              <a:t>Question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the difference between .py and .pyc?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</a:t>
            </a:r>
          </a:p>
          <a:p>
            <a:r>
              <a:t>.py  → Source Code</a:t>
            </a:r>
          </a:p>
          <a:p>
            <a:r>
              <a:t>.pyc → Compiled Bytecode</a:t>
            </a:r>
          </a:p>
          <a:p>
            <a:r>
              <a:t>Case 6</a:t>
            </a:r>
          </a:p>
          <a:p>
            <a:r>
              <a:t>Question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executes bytecode?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Python Virtual Machine (PVM).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7</a:t>
            </a:r>
          </a:p>
          <a:p>
            <a:r>
              <a:t>Question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Does Python compile code?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first compiles source code into bytecode and then executes it using the PVM.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Internal Flow</a:t>
            </a:r>
          </a:p>
          <a:p>
            <a:r>
              <a:t>app.py</a:t>
            </a:r>
          </a:p>
          <a:p>
            <a:r>
              <a:t>   │</a:t>
            </a:r>
          </a:p>
          <a:p>
            <a:r>
              <a:t>   ▼</a:t>
            </a:r>
          </a:p>
          <a:p>
            <a:r>
              <a:t>Python Compiler</a:t>
            </a:r>
          </a:p>
          <a:p>
            <a:r>
              <a:t>   │</a:t>
            </a:r>
          </a:p>
          <a:p>
            <a:r>
              <a:t>   ▼</a:t>
            </a:r>
          </a:p>
          <a:p>
            <a:r>
              <a:t>Bytecode (.pyc)</a:t>
            </a:r>
          </a:p>
          <a:p>
            <a:r>
              <a:t>   │</a:t>
            </a:r>
          </a:p>
          <a:p>
            <a:r>
              <a:t>   ▼</a:t>
            </a:r>
          </a:p>
          <a:p>
            <a:r>
              <a:t>Stored in __pycache__</a:t>
            </a:r>
          </a:p>
          <a:p>
            <a:r>
              <a:t>   │</a:t>
            </a:r>
          </a:p>
          <a:p>
            <a:r>
              <a:t>   ▼</a:t>
            </a:r>
          </a:p>
          <a:p>
            <a:r>
              <a:t>Python Virtual Machine</a:t>
            </a:r>
          </a:p>
          <a:p>
            <a:r>
              <a:t>   │</a:t>
            </a:r>
          </a:p>
          <a:p>
            <a:r>
              <a:t>   ▼</a:t>
            </a:r>
          </a:p>
          <a:p>
            <a:r>
              <a:t>Execution</a:t>
            </a:r>
          </a:p>
          <a:p>
            <a:r>
              <a:t>   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  ▼</a:t>
            </a:r>
          </a:p>
          <a:p>
            <a:r>
              <a:t>Output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Module System – Final Conclusion (Q&amp;A Format)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your last slide or summary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What is a Module?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</a:t>
            </a:r>
          </a:p>
          <a:p>
            <a:r>
              <a:t>A module is a Python file (.py) containing reusable code such as functions, classes, and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 Why Do We Use Modules?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</a:t>
            </a:r>
          </a:p>
          <a:p>
            <a:r>
              <a:t>To organize code, improve reusability, reduce duplication, and make applications easier to maintain.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 What are the Types of Modules?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Built-in Modules (math, os, sys)</a:t>
            </a:r>
          </a:p>
          <a:p>
            <a:r>
              <a:t>User-Defined Modules (calculator.py)</a:t>
            </a:r>
          </a:p>
          <a:p>
            <a:r>
              <a:t>Third-Party Modules (numpy, pandas)</a:t>
            </a:r>
          </a:p>
          <a:p>
            <a:r>
              <a:t>4. What is a Package?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</a:t>
            </a:r>
          </a:p>
          <a:p>
            <a:r>
              <a:t>A package is a directory containing multiple related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ecommerce/</a:t>
            </a:r>
          </a:p>
          <a:p>
            <a:r>
              <a:t>├── __init__.py</a:t>
            </a:r>
          </a:p>
          <a:p>
            <a:r>
              <a:t>├── user.py</a:t>
            </a:r>
          </a:p>
          <a:p>
            <a:r>
              <a:t>├── payment.py</a:t>
            </a:r>
          </a:p>
          <a:p>
            <a:r>
              <a:t>5. What is __init__.py?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</a:t>
            </a:r>
          </a:p>
          <a:p>
            <a:r>
              <a:t>A special file that runs when a package is imported and is used to initialize the package and manage imports.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6. What Happens Internally When We Write import module?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sys.modules</a:t>
            </a:r>
          </a:p>
          <a:p>
            <a:r>
              <a:t>Search module in sys.path</a:t>
            </a:r>
          </a:p>
          <a:p>
            <a:r>
              <a:t>Create module object</a:t>
            </a:r>
          </a:p>
          <a:p>
            <a:r>
              <a:t>Compile to bytecode</a:t>
            </a:r>
          </a:p>
          <a:p>
            <a:r>
              <a:t>Execute module code</a:t>
            </a:r>
          </a:p>
          <a:p>
            <a:r>
              <a:t>Store in cache</a:t>
            </a:r>
          </a:p>
          <a:p>
            <a:r>
              <a:t>Bind module name</a:t>
            </a:r>
          </a:p>
          <a:p>
            <a:r>
              <a:t>7. What is sys.path?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</a:t>
            </a:r>
          </a:p>
          <a:p>
            <a:r>
              <a:t>A list of directories where Python searches for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8. What is sys.modules?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</a:t>
            </a:r>
          </a:p>
          <a:p>
            <a:r>
              <a:t>A cache that stores all loaded modules so they are imported only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9. Why is a Module Imported Only Once?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</a:t>
            </a:r>
          </a:p>
          <a:p>
            <a:r>
              <a:t>Because Python stores loaded modules in sys.modules and reuses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10. What is __name__?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</a:t>
            </a:r>
          </a:p>
          <a:p>
            <a:r>
              <a:t>A special variable that stores the name of the current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11. When Does __name__ Become "__main__"?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</a:t>
            </a:r>
          </a:p>
          <a:p>
            <a:r>
              <a:t>When the file is executed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__name__ == "__main__":</a:t>
            </a:r>
          </a:p>
          <a:p>
            <a:r>
              <a:t>12. Why Do We Use if __name__ == "__main__"?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</a:t>
            </a:r>
          </a:p>
          <a:p>
            <a:r>
              <a:t>To ensure certain code runs only when the file is executed directly and not when imported.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13. What is Bytecode?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</a:t>
            </a:r>
          </a:p>
          <a:p>
            <a:r>
              <a:t>An intermediate compiled form of Python code executed by the Python Virtual Machine (PVM).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14. What is __pycache__?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</a:t>
            </a:r>
          </a:p>
          <a:p>
            <a:r>
              <a:t>A directory where Python stores compiled bytecode (.pyc)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15. What is a .pyc File?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</a:t>
            </a:r>
          </a:p>
          <a:p>
            <a:r>
              <a:t>A compiled bytecode file that helps Python load modules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16. Can We Delete __pycache__?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</a:t>
            </a:r>
          </a:p>
          <a:p>
            <a:r>
              <a:t>Yes. Python automatically recreates it when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17. What is Module Shadowing?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</a:t>
            </a:r>
          </a:p>
          <a:p>
            <a:r>
              <a:t>When a local file has the same name as a standard library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math.py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 shadow Python's built-in math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18. What is a Circular Import?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</a:t>
            </a:r>
          </a:p>
          <a:p>
            <a:r>
              <a:t>When two modules import each other, causing dependency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→ B</a:t>
            </a:r>
          </a:p>
          <a:p>
            <a:r>
              <a:t>↑   ↓</a:t>
            </a:r>
          </a:p>
          <a:p>
            <a:r>
              <a:t>└───┘</a:t>
            </a:r>
          </a:p>
          <a:p>
            <a:r>
              <a:t>19. What are the Best Practices for Modules?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modules small and focused</a:t>
            </a:r>
          </a:p>
          <a:p>
            <a:r>
              <a:t>Use meaningful names</a:t>
            </a:r>
          </a:p>
          <a:p>
            <a:r>
              <a:t>Avoid from module import *</a:t>
            </a:r>
          </a:p>
          <a:p>
            <a:r>
              <a:t>Organize code using packages</a:t>
            </a:r>
          </a:p>
          <a:p>
            <a:r>
              <a:t>Use if __name__ == "__main__" for testing</a:t>
            </a:r>
          </a:p>
          <a:p>
            <a:r>
              <a:t>20. Final Interview Question</a:t>
            </a:r>
          </a:p>
          <a:p>
            <a:r>
              <a:t>What is the Python Module System?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Python Module System is the mechanism that organizes code into modules and packages, manages imports, caches loaded modules, controls execution using __name__ and __main__, and improves performance through bytecode and __pycache__.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Takeaway</a:t>
            </a:r>
          </a:p>
          <a:p>
            <a:r>
              <a:t>Module (.py)</a:t>
            </a:r>
          </a:p>
          <a:p>
            <a:r>
              <a:t>      ↓</a:t>
            </a:r>
          </a:p>
          <a:p>
            <a:r>
              <a:t>Package</a:t>
            </a:r>
          </a:p>
          <a:p>
            <a:r>
              <a:t>      ↓</a:t>
            </a:r>
          </a:p>
          <a:p>
            <a:r>
              <a:t>Import System</a:t>
            </a:r>
          </a:p>
          <a:p>
            <a:r>
              <a:t>      ↓</a:t>
            </a:r>
          </a:p>
          <a:p>
            <a:r>
              <a:t>sys.path</a:t>
            </a:r>
          </a:p>
          <a:p>
            <a:r>
              <a:t>      ↓</a:t>
            </a:r>
          </a:p>
          <a:p>
            <a:r>
              <a:t>sys.modules</a:t>
            </a:r>
          </a:p>
          <a:p>
            <a:r>
              <a:t>      ↓</a:t>
            </a:r>
          </a:p>
          <a:p>
            <a:r>
              <a:t>__name__ &amp; __main__</a:t>
            </a:r>
          </a:p>
          <a:p>
            <a:r>
              <a:t>      ↓</a:t>
            </a:r>
          </a:p>
          <a:p>
            <a:r>
              <a:t>Bytecode (.pyc)</a:t>
            </a:r>
          </a:p>
          <a:p>
            <a:r>
              <a:t>      ↓</a:t>
            </a:r>
          </a:p>
          <a:p>
            <a:r>
              <a:t>__pycache__</a:t>
            </a:r>
          </a:p>
          <a:p>
            <a:r>
              <a:t>      ↓</a:t>
            </a:r>
          </a:p>
          <a:p>
            <a:r>
              <a:t>Python Virtual Machine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     ↓</a:t>
            </a:r>
          </a:p>
          <a:p>
            <a:r>
              <a:t>Execution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One-Line Conclusion: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Python's Module System helps organize, import, execute, reuse, and optimize code efficiently using modules, packages, caching, and bytecode compilation. 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6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8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9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0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1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2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3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5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6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8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9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0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1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2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3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4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5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6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8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9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0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1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2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3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4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5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6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8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9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0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1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2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3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4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5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6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8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9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0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1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2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3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4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5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6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8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9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0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1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2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3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4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5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6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8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9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0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1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2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3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4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5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6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8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9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0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1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3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4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5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6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8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9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0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1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2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3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4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5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6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8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9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0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1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2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3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4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5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6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8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9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0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1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2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3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4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5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6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8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9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0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1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2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3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4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5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6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8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9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0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1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2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3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4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5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6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8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9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0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1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2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3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4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5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6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8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9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0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1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2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3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4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5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6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8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9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0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1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2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3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4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5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6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8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9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0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1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2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3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4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5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6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8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9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0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1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2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3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4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5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6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8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9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0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1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2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3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4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5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6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8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9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0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1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2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3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4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5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6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8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9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0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1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2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3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4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5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6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8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9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0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1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2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3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4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5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6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8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9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0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1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2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3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4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5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6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8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9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0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1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2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3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4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5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6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7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8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9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0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1.xml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2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3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4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5.xml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6.xml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7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8.xml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9.xml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0.xml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1.xml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2.xml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3.xml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4.xml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5.xml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6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7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8.xml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9.xml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0.xml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1.xml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2.xml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3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4.xml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5.xml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6.xml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7.xml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8.xml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9.xml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0.xml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1.xml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2.xml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3.xml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4.xml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5.xml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6.xml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7.xml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8.xml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9.xml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0.xml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1.xml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2.xml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3.xml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4.xml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5.xml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6.xml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7.xml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8.xml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9.xml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0.xml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1.xml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2.xml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3.xml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4.xml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5.xml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6.xml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7.xml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8.xml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9.xml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0.xml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1.xml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2.xml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3.xml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4.xml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5.xml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6.xml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7.xml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8.xml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9.xml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0.xml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1.xml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2.xml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3.xml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4.xml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5.xml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6.xml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7.xml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8.xml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9.xml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0.xml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1.xml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2.xml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3.xml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4.xml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5.xml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6.xml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7.xml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8.xml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9.xml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0.xml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1.xml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2.xml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3.xml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4.xml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5.xml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6.xml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7.xml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8.xml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9.xml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0.xml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1.xml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2.xml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3.xml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4.xml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5.xml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6.xml"/></Relationships>
</file>

<file path=ppt/slides/_rels/slide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7.xml"/></Relationships>
</file>

<file path=ppt/slides/_rels/slide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8.xml"/></Relationships>
</file>

<file path=ppt/slides/_rels/slide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9.xml"/></Relationships>
</file>

<file path=ppt/slides/_rels/slide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0.xml"/></Relationships>
</file>

<file path=ppt/slides/_rels/slide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1.xml"/></Relationships>
</file>

<file path=ppt/slides/_rels/slide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2.xml"/></Relationships>
</file>

<file path=ppt/slides/_rels/slide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3.xml"/></Relationships>
</file>

<file path=ppt/slides/_rels/slide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4.xml"/></Relationships>
</file>

<file path=ppt/slides/_rels/slide5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5.xml"/></Relationships>
</file>

<file path=ppt/slides/_rels/slide5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6.xml"/></Relationships>
</file>

<file path=ppt/slides/_rels/slide5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7.xml"/></Relationships>
</file>

<file path=ppt/slides/_rels/slide5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8.xml"/></Relationships>
</file>

<file path=ppt/slides/_rels/slide5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9.xml"/></Relationships>
</file>

<file path=ppt/slides/_rels/slide5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0.xml"/></Relationships>
</file>

<file path=ppt/slides/_rels/slide5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1.xml"/></Relationships>
</file>

<file path=ppt/slides/_rels/slide5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2.xml"/></Relationships>
</file>

<file path=ppt/slides/_rels/slide5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3.xml"/></Relationships>
</file>

<file path=ppt/slides/_rels/slide5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4.xml"/></Relationships>
</file>

<file path=ppt/slides/_rels/slide5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5.xml"/></Relationships>
</file>

<file path=ppt/slides/_rels/slide5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6.xml"/></Relationships>
</file>

<file path=ppt/slides/_rels/slide5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7.xml"/></Relationships>
</file>

<file path=ppt/slides/_rels/slide5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8.xml"/></Relationships>
</file>

<file path=ppt/slides/_rels/slide5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9.xml"/></Relationships>
</file>

<file path=ppt/slides/_rels/slide5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0.xml"/></Relationships>
</file>

<file path=ppt/slides/_rels/slide5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1.xml"/></Relationships>
</file>

<file path=ppt/slides/_rels/slide5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2.xml"/></Relationships>
</file>

<file path=ppt/slides/_rels/slide5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3.xml"/></Relationships>
</file>

<file path=ppt/slides/_rels/slide5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4.xml"/></Relationships>
</file>

<file path=ppt/slides/_rels/slide5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5.xml"/></Relationships>
</file>

<file path=ppt/slides/_rels/slide5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6.xml"/></Relationships>
</file>

<file path=ppt/slides/_rels/slide5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7.xml"/></Relationships>
</file>

<file path=ppt/slides/_rels/slide5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8.xml"/></Relationships>
</file>

<file path=ppt/slides/_rels/slide5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9.xml"/></Relationships>
</file>

<file path=ppt/slides/_rels/slide5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0.xml"/></Relationships>
</file>

<file path=ppt/slides/_rels/slide5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1.xml"/></Relationships>
</file>

<file path=ppt/slides/_rels/slide5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2.xml"/></Relationships>
</file>

<file path=ppt/slides/_rels/slide5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3.xml"/></Relationships>
</file>

<file path=ppt/slides/_rels/slide5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4.xml"/></Relationships>
</file>

<file path=ppt/slides/_rels/slide5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5.xml"/></Relationships>
</file>

<file path=ppt/slides/_rels/slide5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6.xml"/></Relationships>
</file>

<file path=ppt/slides/_rels/slide5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7.xml"/></Relationships>
</file>

<file path=ppt/slides/_rels/slide5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8.xml"/></Relationships>
</file>

<file path=ppt/slides/_rels/slide5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9.xml"/></Relationships>
</file>

<file path=ppt/slides/_rels/slide5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0.xml"/></Relationships>
</file>

<file path=ppt/slides/_rels/slide5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1.xml"/></Relationships>
</file>

<file path=ppt/slides/_rels/slide5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2.xml"/></Relationships>
</file>

<file path=ppt/slides/_rels/slide5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3.xml"/></Relationships>
</file>

<file path=ppt/slides/_rels/slide5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4.xml"/></Relationships>
</file>

<file path=ppt/slides/_rels/slide5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5.xml"/></Relationships>
</file>

<file path=ppt/slides/_rels/slide5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6.xml"/></Relationships>
</file>

<file path=ppt/slides/_rels/slide5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7.xml"/></Relationships>
</file>

<file path=ppt/slides/_rels/slide5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8.xml"/></Relationships>
</file>

<file path=ppt/slides/_rels/slide5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9.xml"/></Relationships>
</file>

<file path=ppt/slides/_rels/slide5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0.xml"/></Relationships>
</file>

<file path=ppt/slides/_rels/slide5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1.xml"/></Relationships>
</file>

<file path=ppt/slides/_rels/slide5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2.xml"/></Relationships>
</file>

<file path=ppt/slides/_rels/slide5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3.xml"/></Relationships>
</file>

<file path=ppt/slides/_rels/slide5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4.xml"/></Relationships>
</file>

<file path=ppt/slides/_rels/slide5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5.xml"/></Relationships>
</file>

<file path=ppt/slides/_rels/slide5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6.xml"/></Relationships>
</file>

<file path=ppt/slides/_rels/slide5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7.xml"/></Relationships>
</file>

<file path=ppt/slides/_rels/slide5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8.xml"/></Relationships>
</file>

<file path=ppt/slides/_rels/slide5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9.xml"/></Relationships>
</file>

<file path=ppt/slides/_rels/slide5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0.xml"/></Relationships>
</file>

<file path=ppt/slides/_rels/slide5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1.xml"/></Relationships>
</file>

<file path=ppt/slides/_rels/slide5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2.xml"/></Relationships>
</file>

<file path=ppt/slides/_rels/slide5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3.xml"/></Relationships>
</file>

<file path=ppt/slides/_rels/slide5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4.xml"/></Relationships>
</file>

<file path=ppt/slides/_rels/slide5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5.xml"/></Relationships>
</file>

<file path=ppt/slides/_rels/slide5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6.xml"/></Relationships>
</file>

<file path=ppt/slides/_rels/slide5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7.xml"/></Relationships>
</file>

<file path=ppt/slides/_rels/slide5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8.xml"/></Relationships>
</file>

<file path=ppt/slides/_rels/slide5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9.xml"/></Relationships>
</file>

<file path=ppt/slides/_rels/slide5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0.xml"/></Relationships>
</file>

<file path=ppt/slides/_rels/slide5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1.xml"/></Relationships>
</file>

<file path=ppt/slides/_rels/slide5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2.xml"/></Relationships>
</file>

<file path=ppt/slides/_rels/slide5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3.xml"/></Relationships>
</file>

<file path=ppt/slides/_rels/slide5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4.xml"/></Relationships>
</file>

<file path=ppt/slides/_rels/slide5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5.xml"/></Relationships>
</file>

<file path=ppt/slides/_rels/slide5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6.xml"/></Relationships>
</file>

<file path=ppt/slides/_rels/slide5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7.xml"/></Relationships>
</file>

<file path=ppt/slides/_rels/slide5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8.xml"/></Relationships>
</file>

<file path=ppt/slides/_rels/slide6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9.xml"/></Relationships>
</file>

<file path=ppt/slides/_rels/slide6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0.xml"/></Relationships>
</file>

<file path=ppt/slides/_rels/slide6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1.xml"/></Relationships>
</file>

<file path=ppt/slides/_rels/slide6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2.xml"/></Relationships>
</file>

<file path=ppt/slides/_rels/slide6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3.xml"/></Relationships>
</file>

<file path=ppt/slides/_rels/slide6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4.xml"/></Relationships>
</file>

<file path=ppt/slides/_rels/slide6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5.xml"/></Relationships>
</file>

<file path=ppt/slides/_rels/slide6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6.xml"/></Relationships>
</file>

<file path=ppt/slides/_rels/slide6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7.xml"/></Relationships>
</file>

<file path=ppt/slides/_rels/slide6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8.xml"/></Relationships>
</file>

<file path=ppt/slides/_rels/slide6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9.xml"/></Relationships>
</file>

<file path=ppt/slides/_rels/slide6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0.xml"/></Relationships>
</file>

<file path=ppt/slides/_rels/slide6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1.xml"/></Relationships>
</file>

<file path=ppt/slides/_rels/slide6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2.xml"/></Relationships>
</file>

<file path=ppt/slides/_rels/slide6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3.xml"/></Relationships>
</file>

<file path=ppt/slides/_rels/slide6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4.xml"/></Relationships>
</file>

<file path=ppt/slides/_rels/slide6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5.xml"/></Relationships>
</file>

<file path=ppt/slides/_rels/slide6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6.xml"/></Relationships>
</file>

<file path=ppt/slides/_rels/slide6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7.xml"/></Relationships>
</file>

<file path=ppt/slides/_rels/slide6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8.xml"/></Relationships>
</file>

<file path=ppt/slides/_rels/slide6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9.xml"/></Relationships>
</file>

<file path=ppt/slides/_rels/slide6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0.xml"/></Relationships>
</file>

<file path=ppt/slides/_rels/slide6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1.xml"/></Relationships>
</file>

<file path=ppt/slides/_rels/slide6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2.xml"/></Relationships>
</file>

<file path=ppt/slides/_rels/slide6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3.xml"/></Relationships>
</file>

<file path=ppt/slides/_rels/slide6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4.xml"/></Relationships>
</file>

<file path=ppt/slides/_rels/slide6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5.xml"/></Relationships>
</file>

<file path=ppt/slides/_rels/slide6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6.xml"/></Relationships>
</file>

<file path=ppt/slides/_rels/slide6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7.xml"/></Relationships>
</file>

<file path=ppt/slides/_rels/slide6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8.xml"/></Relationships>
</file>

<file path=ppt/slides/_rels/slide6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9.xml"/></Relationships>
</file>

<file path=ppt/slides/_rels/slide6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0.xml"/></Relationships>
</file>

<file path=ppt/slides/_rels/slide6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1.xml"/></Relationships>
</file>

<file path=ppt/slides/_rels/slide6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2.xml"/></Relationships>
</file>

<file path=ppt/slides/_rels/slide6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3.xml"/></Relationships>
</file>

<file path=ppt/slides/_rels/slide6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4.xml"/></Relationships>
</file>

<file path=ppt/slides/_rels/slide6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5.xml"/></Relationships>
</file>

<file path=ppt/slides/_rels/slide6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6.xml"/></Relationships>
</file>

<file path=ppt/slides/_rels/slide6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7.xml"/></Relationships>
</file>

<file path=ppt/slides/_rels/slide6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8.xml"/></Relationships>
</file>

<file path=ppt/slides/_rels/slide6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9.xml"/></Relationships>
</file>

<file path=ppt/slides/_rels/slide6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0.xml"/></Relationships>
</file>

<file path=ppt/slides/_rels/slide6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1.xml"/></Relationships>
</file>

<file path=ppt/slides/_rels/slide6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2.xml"/></Relationships>
</file>

<file path=ppt/slides/_rels/slide6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3.xml"/></Relationships>
</file>

<file path=ppt/slides/_rels/slide6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4.xml"/></Relationships>
</file>

<file path=ppt/slides/_rels/slide6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5.xml"/></Relationships>
</file>

<file path=ppt/slides/_rels/slide6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6.xml"/></Relationships>
</file>

<file path=ppt/slides/_rels/slide6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7.xml"/></Relationships>
</file>

<file path=ppt/slides/_rels/slide6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8.xml"/></Relationships>
</file>

<file path=ppt/slides/_rels/slide6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9.xml"/></Relationships>
</file>

<file path=ppt/slides/_rels/slide6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0.xml"/></Relationships>
</file>

<file path=ppt/slides/_rels/slide6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1.xml"/></Relationships>
</file>

<file path=ppt/slides/_rels/slide6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2.xml"/></Relationships>
</file>

<file path=ppt/slides/_rels/slide6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3.xml"/></Relationships>
</file>

<file path=ppt/slides/_rels/slide6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4.xml"/></Relationships>
</file>

<file path=ppt/slides/_rels/slide6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5.xml"/></Relationships>
</file>

<file path=ppt/slides/_rels/slide6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6.xml"/></Relationships>
</file>

<file path=ppt/slides/_rels/slide6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7.xml"/></Relationships>
</file>

<file path=ppt/slides/_rels/slide6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8.xml"/></Relationships>
</file>

<file path=ppt/slides/_rels/slide6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9.xml"/></Relationships>
</file>

<file path=ppt/slides/_rels/slide6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0.xml"/></Relationships>
</file>

<file path=ppt/slides/_rels/slide6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1.xml"/></Relationships>
</file>

<file path=ppt/slides/_rels/slide6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2.xml"/></Relationships>
</file>

<file path=ppt/slides/_rels/slide6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3.xml"/></Relationships>
</file>

<file path=ppt/slides/_rels/slide6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4.xml"/></Relationships>
</file>

<file path=ppt/slides/_rels/slide6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5.xml"/></Relationships>
</file>

<file path=ppt/slides/_rels/slide6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6.xml"/></Relationships>
</file>

<file path=ppt/slides/_rels/slide6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7.xml"/></Relationships>
</file>

<file path=ppt/slides/_rels/slide6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8.xml"/></Relationships>
</file>

<file path=ppt/slides/_rels/slide6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9.xml"/></Relationships>
</file>

<file path=ppt/slides/_rels/slide6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0.xml"/></Relationships>
</file>

<file path=ppt/slides/_rels/slide6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1.xml"/></Relationships>
</file>

<file path=ppt/slides/_rels/slide6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2.xml"/></Relationships>
</file>

<file path=ppt/slides/_rels/slide6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3.xml"/></Relationships>
</file>

<file path=ppt/slides/_rels/slide6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4.xml"/></Relationships>
</file>

<file path=ppt/slides/_rels/slide6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5.xml"/></Relationships>
</file>

<file path=ppt/slides/_rels/slide6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6.xml"/></Relationships>
</file>

<file path=ppt/slides/_rels/slide6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7.xml"/></Relationships>
</file>

<file path=ppt/slides/_rels/slide6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8.xml"/></Relationships>
</file>

<file path=ppt/slides/_rels/slide6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9.xml"/></Relationships>
</file>

<file path=ppt/slides/_rels/slide6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0.xml"/></Relationships>
</file>

<file path=ppt/slides/_rels/slide6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1.xml"/></Relationships>
</file>

<file path=ppt/slides/_rels/slide6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2.xml"/></Relationships>
</file>

<file path=ppt/slides/_rels/slide6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3.xml"/></Relationships>
</file>

<file path=ppt/slides/_rels/slide6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4.xml"/></Relationships>
</file>

<file path=ppt/slides/_rels/slide6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5.xml"/></Relationships>
</file>

<file path=ppt/slides/_rels/slide6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6.xml"/></Relationships>
</file>

<file path=ppt/slides/_rels/slide6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7.xml"/></Relationships>
</file>

<file path=ppt/slides/_rels/slide6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8.xml"/></Relationships>
</file>

<file path=ppt/slides/_rels/slide6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9.xml"/></Relationships>
</file>

<file path=ppt/slides/_rels/slide6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0.xml"/></Relationships>
</file>

<file path=ppt/slides/_rels/slide6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1.xml"/></Relationships>
</file>

<file path=ppt/slides/_rels/slide6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2.xml"/></Relationships>
</file>

<file path=ppt/slides/_rels/slide6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3.xml"/></Relationships>
</file>

<file path=ppt/slides/_rels/slide6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4.xml"/></Relationships>
</file>

<file path=ppt/slides/_rels/slide6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5.xml"/></Relationships>
</file>

<file path=ppt/slides/_rels/slide6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6.xml"/></Relationships>
</file>

<file path=ppt/slides/_rels/slide6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7.xml"/></Relationships>
</file>

<file path=ppt/slides/_rels/slide6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8.xml"/></Relationships>
</file>

<file path=ppt/slides/_rels/slide7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9.xml"/></Relationships>
</file>

<file path=ppt/slides/_rels/slide7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0.xml"/></Relationships>
</file>

<file path=ppt/slides/_rels/slide7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1.xml"/></Relationships>
</file>

<file path=ppt/slides/_rels/slide7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2.xml"/></Relationships>
</file>

<file path=ppt/slides/_rels/slide7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3.xml"/></Relationships>
</file>

<file path=ppt/slides/_rels/slide7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4.xml"/></Relationships>
</file>

<file path=ppt/slides/_rels/slide7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5.xml"/></Relationships>
</file>

<file path=ppt/slides/_rels/slide7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6.xml"/></Relationships>
</file>

<file path=ppt/slides/_rels/slide7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7.xml"/></Relationships>
</file>

<file path=ppt/slides/_rels/slide7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8.xml"/></Relationships>
</file>

<file path=ppt/slides/_rels/slide7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9.xml"/></Relationships>
</file>

<file path=ppt/slides/_rels/slide7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0.xml"/></Relationships>
</file>

<file path=ppt/slides/_rels/slide7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1.xml"/></Relationships>
</file>

<file path=ppt/slides/_rels/slide7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2.xml"/></Relationships>
</file>

<file path=ppt/slides/_rels/slide7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3.xml"/></Relationships>
</file>

<file path=ppt/slides/_rels/slide7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4.xml"/></Relationships>
</file>

<file path=ppt/slides/_rels/slide7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5.xml"/></Relationships>
</file>

<file path=ppt/slides/_rels/slide7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6.xml"/></Relationships>
</file>

<file path=ppt/slides/_rels/slide7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7.xml"/></Relationships>
</file>

<file path=ppt/slides/_rels/slide7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8.xml"/></Relationships>
</file>

<file path=ppt/slides/_rels/slide7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9.xml"/></Relationships>
</file>

<file path=ppt/slides/_rels/slide7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0.xml"/></Relationships>
</file>

<file path=ppt/slides/_rels/slide7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1.xml"/></Relationships>
</file>

<file path=ppt/slides/_rels/slide7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2.xml"/></Relationships>
</file>

<file path=ppt/slides/_rels/slide7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3.xml"/></Relationships>
</file>

<file path=ppt/slides/_rels/slide7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4.xml"/></Relationships>
</file>

<file path=ppt/slides/_rels/slide7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5.xml"/></Relationships>
</file>

<file path=ppt/slides/_rels/slide7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6.xml"/></Relationships>
</file>

<file path=ppt/slides/_rels/slide7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7.xml"/></Relationships>
</file>

<file path=ppt/slides/_rels/slide7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8.xml"/></Relationships>
</file>

<file path=ppt/slides/_rels/slide7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9.xml"/></Relationships>
</file>

<file path=ppt/slides/_rels/slide7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0.xml"/></Relationships>
</file>

<file path=ppt/slides/_rels/slide7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1.xml"/></Relationships>
</file>

<file path=ppt/slides/_rels/slide7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2.xml"/></Relationships>
</file>

<file path=ppt/slides/_rels/slide7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3.xml"/></Relationships>
</file>

<file path=ppt/slides/_rels/slide7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4.xml"/></Relationships>
</file>

<file path=ppt/slides/_rels/slide7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5.xml"/></Relationships>
</file>

<file path=ppt/slides/_rels/slide7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6.xml"/></Relationships>
</file>

<file path=ppt/slides/_rels/slide7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7.xml"/></Relationships>
</file>

<file path=ppt/slides/_rels/slide7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8.xml"/></Relationships>
</file>

<file path=ppt/slides/_rels/slide7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9.xml"/></Relationships>
</file>

<file path=ppt/slides/_rels/slide7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0.xml"/></Relationships>
</file>

<file path=ppt/slides/_rels/slide7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1.xml"/></Relationships>
</file>

<file path=ppt/slides/_rels/slide7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2.xml"/></Relationships>
</file>

<file path=ppt/slides/_rels/slide7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3.xml"/></Relationships>
</file>

<file path=ppt/slides/_rels/slide7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4.xml"/></Relationships>
</file>

<file path=ppt/slides/_rels/slide7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5.xml"/></Relationships>
</file>

<file path=ppt/slides/_rels/slide7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6.xml"/></Relationships>
</file>

<file path=ppt/slides/_rels/slide7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7.xml"/></Relationships>
</file>

<file path=ppt/slides/_rels/slide7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8.xml"/></Relationships>
</file>

<file path=ppt/slides/_rels/slide7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9.xml"/></Relationships>
</file>

<file path=ppt/slides/_rels/slide7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0.xml"/></Relationships>
</file>

<file path=ppt/slides/_rels/slide7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1.xml"/></Relationships>
</file>

<file path=ppt/slides/_rels/slide7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2.xml"/></Relationships>
</file>

<file path=ppt/slides/_rels/slide7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3.xml"/></Relationships>
</file>

<file path=ppt/slides/_rels/slide7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4.xml"/></Relationships>
</file>

<file path=ppt/slides/_rels/slide7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5.xml"/></Relationships>
</file>

<file path=ppt/slides/_rels/slide7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6.xml"/></Relationships>
</file>

<file path=ppt/slides/_rels/slide7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7.xml"/></Relationships>
</file>

<file path=ppt/slides/_rels/slide7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8.xml"/></Relationships>
</file>

<file path=ppt/slides/_rels/slide7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9.xml"/></Relationships>
</file>

<file path=ppt/slides/_rels/slide7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0.xml"/></Relationships>
</file>

<file path=ppt/slides/_rels/slide7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1.xml"/></Relationships>
</file>

<file path=ppt/slides/_rels/slide7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2.xml"/></Relationships>
</file>

<file path=ppt/slides/_rels/slide7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3.xml"/></Relationships>
</file>

<file path=ppt/slides/_rels/slide7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4.xml"/></Relationships>
</file>

<file path=ppt/slides/_rels/slide7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5.xml"/></Relationships>
</file>

<file path=ppt/slides/_rels/slide7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6.xml"/></Relationships>
</file>

<file path=ppt/slides/_rels/slide7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7.xml"/></Relationships>
</file>

<file path=ppt/slides/_rels/slide7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8.xml"/></Relationships>
</file>

<file path=ppt/slides/_rels/slide7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9.xml"/></Relationships>
</file>

<file path=ppt/slides/_rels/slide7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0.xml"/></Relationships>
</file>

<file path=ppt/slides/_rels/slide7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1.xml"/></Relationships>
</file>

<file path=ppt/slides/_rels/slide7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2.xml"/></Relationships>
</file>

<file path=ppt/slides/_rels/slide7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3.xml"/></Relationships>
</file>

<file path=ppt/slides/_rels/slide7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4.xml"/></Relationships>
</file>

<file path=ppt/slides/_rels/slide7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5.xml"/></Relationships>
</file>

<file path=ppt/slides/_rels/slide7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6.xml"/></Relationships>
</file>

<file path=ppt/slides/_rels/slide7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7.xml"/></Relationships>
</file>

<file path=ppt/slides/_rels/slide7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8.xml"/></Relationships>
</file>

<file path=ppt/slides/_rels/slide7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9.xml"/></Relationships>
</file>

<file path=ppt/slides/_rels/slide7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0.xml"/></Relationships>
</file>

<file path=ppt/slides/_rels/slide7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1.xml"/></Relationships>
</file>

<file path=ppt/slides/_rels/slide7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2.xml"/></Relationships>
</file>

<file path=ppt/slides/_rels/slide7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3.xml"/></Relationships>
</file>

<file path=ppt/slides/_rels/slide7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4.xml"/></Relationships>
</file>

<file path=ppt/slides/_rels/slide7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5.xml"/></Relationships>
</file>

<file path=ppt/slides/_rels/slide7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6.xml"/></Relationships>
</file>

<file path=ppt/slides/_rels/slide7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7.xml"/></Relationships>
</file>

<file path=ppt/slides/_rels/slide7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8.xml"/></Relationships>
</file>

<file path=ppt/slides/_rels/slide7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9.xml"/></Relationships>
</file>

<file path=ppt/slides/_rels/slide7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0.xml"/></Relationships>
</file>

<file path=ppt/slides/_rels/slide7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1.xml"/></Relationships>
</file>

<file path=ppt/slides/_rels/slide7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2.xml"/></Relationships>
</file>

<file path=ppt/slides/_rels/slide7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3.xml"/></Relationships>
</file>

<file path=ppt/slides/_rels/slide7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4.xml"/></Relationships>
</file>

<file path=ppt/slides/_rels/slide7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5.xml"/></Relationships>
</file>

<file path=ppt/slides/_rels/slide7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6.xml"/></Relationships>
</file>

<file path=ppt/slides/_rels/slide7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7.xml"/></Relationships>
</file>

<file path=ppt/slides/_rels/slide7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Module System in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Organizing, Importing, and Managing Python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this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Generated from Module System in Python.txt; contains all content, examples, diagrams, and speaker notes.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				Module System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				Module System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Packages &amp; __init__.py (5 min) __name__ and __main__ (5 min) Bytecode &amp; __pycache__ (5 min) Best Practices &amp; Summary (2 min)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Q1: What is a Module System?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Q1: What is a Module System?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1&gt; A module is simply a Python file (.py) containing functions, variables, classes, and executable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or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Definition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 Module is a Python file containing reusable code that can be imported and used in another Python program.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2&gt;To organize code properly, Python provides a Module System.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3&gt;The module system helps divide a large program into smaller, reusable parts.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Q2: Why Do We Need Modules?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Q2: Why Do We Need Modules?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*&gt; Without modules: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*&gt; Without modules: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 code is written in a single file.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All code is written in a single file.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Code becomes difficult to read.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Maintenance becomes hard.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Reusing code is difficult.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Team collaboration becomes complicated.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Q3&gt; With modules (advantages):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Q3&gt; With modules (advantages):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is organized.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Code is organized.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Code can be reused.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Development becomes faster.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Debugging becomes easier.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Multiple developers can work on different modules.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q4&gt;Module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q4&gt;Module Basics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of a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Components of a Module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module can contain: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 module can contain: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Variables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pi = 3.14159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Functions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def greet(name):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print("Hello", name)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Classes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class Student: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pass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Executable Statements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print("Module Loaded")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Using a Module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Suppose we have: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Suppose we have: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calculator.py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calculator.py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def add(a, b):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return a + b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main.py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calculator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print(calculator.add(10, 20))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print(calculator.add(10, 20))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Output: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q5&gt;Types of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q5&gt;Types of Modules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Built-in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1. Built-in Modules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Already provided by Python.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Already provided by Python.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Examples: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math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random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sys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datetime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Example: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math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print(math.sqrt(25))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print(math.sqrt(25))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Output: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5.0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2. User-Defined Modules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 created by programmers.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Modules created by programmers.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Example: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 mymodule.py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# mymodule.py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 hello():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def hello():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print("Hello World")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3. Third-Party Modules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Created by external developers.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Created by external developers.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Installed using pip.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Installed using pip.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Examples: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numpy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pandas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requests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flask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django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Installation: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 install numpy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pip install numpy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Import: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numpy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numpy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q6&gt;Import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q6&gt;Import Statements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Import?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What is Import?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47)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means loading code from one module into another program.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uses the import statement for this purpose.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uses the import statement for this purpose.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6.1Basic Import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6.1Basic Import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print(math.sqrt(16))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print(math.sqrt(16))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Output: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4.0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6.2 Import Specific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6.2 Import Specific Functions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Syntax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from module_name import function_name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Example: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math import sqrt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from math import sqrt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print(sqrt(25))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print(sqrt(25))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Output: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5.0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Advantage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need to write: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No need to write: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math.sqrt()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math.sqrt()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6.3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Multiple Functions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from math import sqrt, factorial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Example: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print(sqrt(36))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print(sqrt(36))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print(factorial(5))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Output: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6.0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120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6.4 Import Everything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6.4 Import Everything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from math import *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Example: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print(sqrt(49))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print(sqrt(49))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print(factorial(4))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Disadvantage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Namespace pollution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Difficult to identify source of functions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Not recommended in professional projects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6.5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with Alias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Syntax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module_name as alias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math import factorial as 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from math import factorial as fact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print(fact(5))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print(fact(5))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Output: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120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6.6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Multiple Import Example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random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os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or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math, random, 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math, random, os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q7&gt; Internal Working of Python Module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q7&gt; Internal Working of Python Module System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Python sees: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When Python sees: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math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does not directly start using the module.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does not directly start using the module.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follows a complete process: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It follows a complete process: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math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▼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Check sys.modules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▼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Find Module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▼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Create Module Object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▼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Compile (.py → .pyc)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▼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Execute Module Code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▼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 in sys.modules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Store in sys.modules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▼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Bind Name in Current Namespace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q8&gt;Step 1: Check Module Cache (sys.modules)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q8&gt;Step 1: Check Module Cache (sys.modules)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Python checks: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First Python checks: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sys.modules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sys.modules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is a dictionary containing all loaded modules.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This is a dictionary containing all loaded modules.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Example: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sys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sys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print("math" in sys.modules)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print("math" in sys.modules)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Why?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 avoid loading the same module repeatedly.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To avoid loading the same module repeatedly.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math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loads it only once.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loads it only once.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Remaining imports come from cache.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Remaining imports come from cache.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q9&gt;Step 2: Search for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q9&gt;Step 2: Search for Module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Suppose module is not found.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Suppose module is not found.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searches in locations stored in: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searches in locations stored in: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sys.path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sys.path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Example: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sys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sys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print(sys.path)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print(sys.path)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Output: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[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current directory,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PYTHONPATH,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standard library,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site-packages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order: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Search order: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Current Directory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1. Current Directory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project/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├── main.py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└── math.py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checks here first.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checks here first.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PYTHONPATH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2. PYTHONPATH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variable.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Environment variable.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export PYTHONPATH=/home/modules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export PYTHONPATH=/home/modules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3. Standard Library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math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sys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datetime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json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4. Site Packages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Installed packages.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Installed packages.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pip install numpy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Stored here.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Stored here.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q10&gt;Step 3: Create Module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q10&gt;Step 3: Create Module Object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Python finds the file: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When Python finds the file: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calculator.py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calculator.py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creates a Module Object.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It creates a Module Object.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Internally: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Internally: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= ModuleType("calculator")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module = ModuleType("calculator")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object will hold: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This object will hold: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functions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variables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classes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q11&gt;Step 4: Compile Source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q11&gt;Step 4: Compile Source Code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Suppose: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Suppose: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calculator.py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calculator.py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contains: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contains: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 add(a,b):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def add(a,b):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return a+b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compiles: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compiles: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calculator.py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calculator.py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into bytecode: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into bytecode: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calculator.pyc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calculator.pyc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stored inside: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stored inside: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__pycache__/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__pycache__/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Example: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__pycache__/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__pycache__/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calculator.cpython-313.pyc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Why?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Bytecode loads faster next time.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Bytecode loads faster next time.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q12&gt;Step 5: Execute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q12&gt;Step 5: Execute Module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executes every statement in module.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executes every statement in module.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Example: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print("Loading Calculator")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print("Loading Calculator")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 =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x = 10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 add(a,b):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def add(a,b):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return a+b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imported: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When imported: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calculator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Output: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Loading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Loading Calculator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Because module executes once during import.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Because module executes once during import.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q13&gt;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q13&gt;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Step 6: Store in sys.modules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After execution: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After execution: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sys.modules["calculator"]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sys.modules["calculator"]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stores module object.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stores module object.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{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"calculator": &lt;module object&gt;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imports use cache.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Future imports use cache.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re-execution.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No re-execution.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q14&gt;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q14&gt;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Step 7: Bind Module Name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Finally: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Finally: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calculator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creates reference: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creates reference: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calculator → module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calculator → module object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Now: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Now: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calculator.add()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calculator.add()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works.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q15&gt;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q15&gt;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Case 1: Import Same Module Multiple Times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Question: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many times loaded?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How many times loaded?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Only Once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Only Once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Because: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Because: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sys.modules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sys.modules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already contains it.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already contains it.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 Favorite Question.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Interview Favorite Question.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2: Circular Import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Case 2: Circular Import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file1.py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file2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file2.py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file1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Problem: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file1 → file2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file1 → file2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  ↑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  ↓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gets stuck during initialization.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gets stuck during initialization.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Error: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ImportError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Solution: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Move imports inside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Move imports inside functions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Restructure code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Case 3: Import Module vs Function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Module Import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math.sqrt(25)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math.sqrt(25)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loads whole module.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loads whole module.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Import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Function Import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from math import sqrt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sqrt(25)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sqrt(25)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Only reference is added to namespace.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Only reference is added to namespace.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 Question: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Interview Question: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Which is preferred?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Which is preferred?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math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Reason: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Reason: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Better readability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Better readability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Avoids namespace pollution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Case 4: from module import *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from math import *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Now: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Now: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sqrt()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sqrt()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sin()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cos()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 appear directly.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all appear directly.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Problem: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Which module owns sqrt?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Which module owns sqrt?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Unknown.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Unknown.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Avoid in production.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Avoid in production.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5: Module Shadowing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Case 5: Module Shadowing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Project: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project/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├── math.py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└── main.py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main.py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math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Question: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Will Python load built-in math?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Will Python load built-in math?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NO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loads local math.py first.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loads local math.py first.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is called: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This is called: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Shadowing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Module Shadowing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Very common bug.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Very common bug.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6: pycache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Case 6: pycache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run: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First run: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calculator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creates: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__pycache__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__pycache__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containing: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containing: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calculator.cpython-313.pyc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calculator.cpython-313.pyc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run: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Second run: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may use bytecode.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may use bytecode.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Benefits: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Faster startup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Faster startup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Case 7: Reload Module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calculator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Modify file.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Modify file.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still uses cached version.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still uses cached version.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 reload: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To reload: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importlib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importlib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importlib.reload(calculator)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importlib.reload(calculator)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 Question: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Interview Question: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changes not reflected?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Why changes not reflected?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Because module already exists in: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Because module already exists in: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sys.modules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sys.modules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Case 8: Import Package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Structure: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project/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├── main.py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└── utils/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  ├── __init__.py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  └── helper.py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Import: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utils import helper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from utils import helper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Python: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Finds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Finds package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Executes __init__.py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Loads helper.py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Stores both in cache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q16&gt;1. Packages &amp; __init__.py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q16&gt;1. Packages &amp; __init__.py (5 Minutes)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What is a Package?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236)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 Package is a collection of related modules organized inside a directory.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Without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Without Package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project/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├── user.py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├── payment.py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├── order.py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├── cart.py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238)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As the project grows, managing hundreds of modules becomes difficult.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With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With Package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project/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├── main.py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├── ecommerce/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│   ├── user.py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│   ├── payment.py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│   ├── order.py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│   └── cart.py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Now all ecommerce-related modules are grouped together.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Now all ecommerce-related modules are grouped together.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Definition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242)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 package is a directory that contains multiple Python modules and helps organize large applications.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 We Need Packages?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Why Do We Need Packages?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Better Organization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Large Project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  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┌────┼────┐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│    │    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Auth DB Payment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Avoid Naming Conflicts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Without packages: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Without packages: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utils.py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utils.py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may exist in multiple places.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may exist in multiple places.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Packages create namespaces: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Packages create namespaces: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auth.utils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auth.utils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payment.utils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What is __init__.py?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Inside a package: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Inside a package: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ecommerce/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ecommerce/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├── __init__.py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├── user.py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├── payment.py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251)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__init__.py is a special file executed when the package is imported.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Old Python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Old Python Behavior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Python 3.3: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Before Python 3.3: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folder without __init__.py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folder without __init__.py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NOT considered a package.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was NOT considered a package.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256)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Today Python supports Namespace Packages, but __init__.py is still widely used.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q17&gt;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q17&gt;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__init__.py?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What is __init__.py?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259)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__init__.py is a special Python file that is used inside a package folder.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tells Python: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It tells Python: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"This folder should be treated as a Python package."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"This folder should be treated as a Python package."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q18&gt;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q18&gt;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263)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For the Introduction section of your presentation, you can use these headings: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Python Module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Introduction to Python Module System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What is a Module?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Module System?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What is the Module System?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 We Need Modules?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Why Do We Need Modules?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Problems Without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Problems Without Modules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Using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Benefits of Using Modules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 of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Real-World Example of Modules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Modules Improve Code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How Modules Improve Code Organization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Python Module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Key Features of Python Module System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vs Package (Quick 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Module vs Package (Quick Overview)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Learning Objectives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 for 3-Minute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Flow for 3-Minute Introduction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1. What is a Module?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 module is a Python file (.py) containing reusable code.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What is the Module System?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2. What is the Module System?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The mechanism Python uses to organize, import, and manage modules and packages.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Why Do We Need Modules?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3. Why Do We Need Modules?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To avoid writing all code in a single file.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 make code reusable and maintainable.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To make code reusable and maintainable.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Benefits of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4. Benefits of Modules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Reusability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Maintainability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Scalability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Better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Better Organization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Team Collaboration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Real-World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5. Real-World Example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E-commerce Application: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user.py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product.py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payment.py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order.py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6. Learning Objectives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Understand modules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 imports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Learn imports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 how Python loads modules internally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Understand how Python loads modules internally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 packages and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Learn packages and best practices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Opening Line for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Opening Line for Presentation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"The Python Module System is a way to organize code into reusable files and packages, making programs easier to develop,
maintain, and scale."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write a prompt for 1st 10slide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write a prompt for 1st 10slide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294)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Use this prompt in NotebookLM, Gamma, Canva AI, Beautiful.ai, or any PPT generator: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295)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Create a professional, modern, and highly interactive PowerPoint presentation on "Module System in Python" for a
45-minute technical presentation.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Audience: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Target Audience: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Beginners and intermediate Python learners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Beginners and intermediate Python learners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College students and freshers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College students and freshers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299)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Focus on easy-to-understand explanations with real-world examples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Requirements: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Design Requirements: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Dark theme with Python-inspired colors (Blue and Yellow)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Dark theme with Python-inspired colors (Blue and Yellow)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302)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Use icons, diagrams, animations, flowcharts, and code snippets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speaker notes for each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Add speaker notes for each slide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304)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Include visuals showing how Python imports and manages modules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minimal text and maximum visual explanations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Use minimal text and maximum visual explanations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306)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Each slide should have a clear title, key points, example, and takeaway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 the first 10 slides as follows: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Generate the first 10 slides as follows: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Slide 1: Title Slide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System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Module System in Python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Subtitle: Organizing, Importing, and Managing Python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Subtitle: Organizing, Importing, and Managing Python Code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Presenter 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Presenter Name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Python-themed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Python-themed background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Slide 2: Agenda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Introduction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Module Basics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Statements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 Working of Import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Internal Working of Import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Packages &amp; init.py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Packages &amp; init.py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name and 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name and main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Bytecode &amp; pycache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Bytecode &amp; pycache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Best Practices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Summary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What is a Module?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Slide 3: What is a Module?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Definition of module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module is a .py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 module is a .py file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Examples of modules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representation of Python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Visual representation of Python files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What is the Module System?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Slide 4: What is the Module System?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Python Module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Definition of Python Module System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Python organizes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How Python organizes code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between modules, packages, and imports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Relationship between modules, packages, and imports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Flow diagram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Why Do We Need Modules?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Slide 5: Why Do We Need Modules?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Problems with single-file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Problems with single-file applications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duplication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Code duplication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Maintenance difficulties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Maintenance difficulties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Scalability issues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collaboration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Team collaboration challenges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6: Benefits of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Slide 6: Benefits of Modules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Reusability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Reusability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Maintainability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Readability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Scalability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Teamwork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Include infographic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Include infographic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7: Real-World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Slide 7: Real-World Example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E-commerce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E-commerce application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user.py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product.py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cart.py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cart.py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payment.py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order.py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 showing separation of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Architecture diagram showing separation of responsibilities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8: Module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Slide 8: Module Basics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Module structure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Variables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Functions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Classes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Executable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Executable statements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Annotated code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Annotated code example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9: Types of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Slide 9: Types of Modules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Built-in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Built-in Modules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User-Defined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User-Defined Modules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Third-Party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Third-Party Modules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table with examples: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Comparison table with examples: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math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os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random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numpy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pandas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10: Creating and Using Your First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Slide 10: Creating and Using Your First Module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calculator.py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Create calculator.py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Add functions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in main.py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in main.py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Demonstrate 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Demonstrate execution flow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Show expected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Show expected output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a simple code walkthrough animation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Add a simple code walkthrough animation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every slide: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For every slide: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Include detailed speaker notes (100–150 words)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Include detailed speaker notes (100–150 words)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visuals and diagrams wherever possible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Add visuals and diagrams wherever possible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syntax-highlighted Python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Use syntax-highlighted Python code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Include one key takeaway box at the bottom of each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Include one key takeaway box at the bottom of each slide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383)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Maintain a professional and engaging presentation style throughout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384)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This prompt will generate a strong Introduction + Module Basics section (first 10 slides) and can easily cover the first
8–10 minutes of your presentation.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385)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now explain how module system in python work internally in detail and different cases que regarding this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 Working of Python Module System (10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Internal Working of Python Module System (10 Minutes)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This is one of the most important topics for interviews because it explains what happens behind the scenes when you
write import module_name.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The Big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1. The Big Picture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When Python sees: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math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does not directly start using the module.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follows a complete process: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It follows a complete process: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math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▼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Check sys.modules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▼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Find Module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▼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Create Module Object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▼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Compile (.py → .pyc)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▼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Execute Module Code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▼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 in sys.modules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Store in sys.modules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▼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Bind Name in Current Namespace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Step 1: Check Module Cache (sys.modules)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First Python checks: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sys.modules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sys.modules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This is a dictionary containing all loaded modules.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Example: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sys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sys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print("math" in sys.modules)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print("math" in sys.modules)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Why?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To avoid loading the same module repeatedly.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math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loads it only once.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Remaining imports come from cache.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Remaining imports come from cache.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Search for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Step 2: Search for Module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Suppose module is not found.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searches in locations stored in: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searches in locations stored in: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sys.path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sys.path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Example: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sys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sys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print(sys.path)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print(sys.path)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Output: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[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current directory,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PYTHONPATH,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standard library,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site-packages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]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Search order:</a:t>
            </a: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Current Directory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1. Current Directory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project/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├── main.py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└── math.py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checks here first.</a:t>
            </a: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PYTHONPATH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2. PYTHONPATH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Environment variable.</a:t>
            </a: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export PYTHONPATH=/home/modules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export PYTHONPATH=/home/modules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3. Standard Library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math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sys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datetime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json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4. Site Packages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Installed packages.</a:t>
            </a: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 install numpy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pip install numpy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Stored here.</a:t>
            </a: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Create Module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Step 3: Create Module Object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When Python finds the file:</a:t>
            </a: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calculator.py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calculator.py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It creates a Module Object.</a:t>
            </a: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Internally: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Internally:</a:t>
            </a: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= ModuleType("calculator")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module = ModuleType("calculator")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This object will hold:</a:t>
            </a: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functions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variables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classes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Step 4: Compile Source Code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Suppose:</a:t>
            </a: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calculator.py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calculator.py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contains:</a:t>
            </a: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 add(a,b):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def add(a,b):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return a+b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compiles:</a:t>
            </a: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calculator.py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calculator.py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into bytecode:</a:t>
            </a: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calculator.pyc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calculator.pyc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stored inside:</a:t>
            </a: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__pycache__/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__pycache__/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Example:</a:t>
            </a: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__pycache__/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__pycache__/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calculator.cpython-313.pyc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Why?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Bytecode loads faster next time.</a:t>
            </a: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Execute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Step 5: Execute Module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executes every statement in module.</a:t>
            </a: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Example:</a:t>
            </a: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print("Loading Calculator")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print("Loading Calculator")</a:t>
            </a: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 =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x = 10</a:t>
            </a: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 add(a,b):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def add(a,b):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return a+b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When imported:</a:t>
            </a: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calculator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Output:</a:t>
            </a: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Loading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Loading Calculator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Because module executes once during import.</a:t>
            </a: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Store in sys.modules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Step 6: Store in sys.modules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After execution:</a:t>
            </a: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sys.modules["calculator"]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sys.modules["calculator"]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stores module object.</a:t>
            </a: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{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"calculator": &lt;module object&gt;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}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Future imports use cache.</a:t>
            </a: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re-execution.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No re-execution.</a:t>
            </a: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7: Bind Module 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Step 7: Bind Module Name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Finally:</a:t>
            </a: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calculator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creates reference:</a:t>
            </a: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calculator → module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calculator → module object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Now:</a:t>
            </a: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calculator.add()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calculator.add()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works.</a:t>
            </a: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1: Import Same Module Multiple Times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Case 1: Import Same Module Multiple Times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Question:</a:t>
            </a: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many times loaded?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How many times loaded?</a:t>
            </a: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Only Once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Only Once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Because:</a:t>
            </a: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sys.modules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sys.modules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already contains it.</a:t>
            </a: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 Favorite Question.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Interview Favorite Question.</a:t>
            </a: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2: Circular Import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Case 2: Circular Import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file1.py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file2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file2.py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file1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Problem:</a:t>
            </a: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file1 → file2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file1 → file2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  ↑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  ↓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gets stuck during initialization.</a:t>
            </a: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Error:</a:t>
            </a: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ImportError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Solution:</a:t>
            </a: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Move imports inside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Move imports inside functions</a:t>
            </a: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Restructure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Restructure code</a:t>
            </a: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3: Import Module vs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Case 3: Import Module vs Function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Module Import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</a:t>
            </a: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math.sqrt(25)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math.sqrt(25)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loads whole module.</a:t>
            </a: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Import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Function Import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from math import sqrt</a:t>
            </a: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sqrt(25)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sqrt(25)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Only reference is added to namespace.</a:t>
            </a: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 Question: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Interview Question:</a:t>
            </a: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Which is preferred?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Which is preferred?</a:t>
            </a: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math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Reason:</a:t>
            </a: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Better readability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Better readability</a:t>
            </a: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Avoids namespace pollution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Avoids namespace pollution</a:t>
            </a: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4: from module import 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Case 4: from module import *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from math import *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Now:</a:t>
            </a: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sqrt()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sqrt()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sin()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cos()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all appear directly.</a:t>
            </a: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Problem:</a:t>
            </a: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Which module owns sqrt?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Which module owns sqrt?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Unknown.</a:t>
            </a: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Avoid in production.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Avoid in production.</a:t>
            </a: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5: Module Shadowing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Case 5: Module Shadowing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Project:</a:t>
            </a: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project/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├── math.py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└── main.py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main.py</a:t>
            </a: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math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Question:</a:t>
            </a: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Will Python load built-in math?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Will Python load built-in math?</a:t>
            </a: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NO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loads local math.py first.</a:t>
            </a: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is called: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This is called:</a:t>
            </a: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Shadowing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Module Shadowing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Very common bug.</a:t>
            </a: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6: pycache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Case 6: pycache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First run:</a:t>
            </a: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calculator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creates:</a:t>
            </a: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__pycache__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__pycache__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containing:</a:t>
            </a: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calculator.cpython-313.pyc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calculator.cpython-313.pyc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Second run:</a:t>
            </a: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may use bytecode.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may use bytecode.</a:t>
            </a: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Benefits:</a:t>
            </a: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Faster startup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Faster startup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Case 7: Reload Module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calculator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Modify file.</a:t>
            </a: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still uses cached version.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still uses cached version.</a:t>
            </a: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 reload: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To reload:</a:t>
            </a: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importlib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importlib</a:t>
            </a: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importlib.reload(calculator)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importlib.reload(calculator)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Interview Question:</a:t>
            </a: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changes not reflected?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Why changes not reflected?</a:t>
            </a: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Because module already exists in: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Because module already exists in:</a:t>
            </a: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sys.modules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sys.modules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Case 8: Import Package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Structure:</a:t>
            </a: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project/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├── main.py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└── utils/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  ├── __init__.py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  └── helper.py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Import:</a:t>
            </a: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utils import helper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from utils import helper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Python:</a:t>
            </a: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Finds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Finds package</a:t>
            </a: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Executes __init__.py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Executes __init__.py</a:t>
            </a: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Loads helper.py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Loads helper.py</a:t>
            </a: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Stores both in cache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Stores both in cache</a:t>
            </a: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Most Asked Interview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Most Asked Interview Questions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Q1. What happens when Python executes import?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sys.modules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Check sys.modules</a:t>
            </a: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in sys.path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Search in sys.path</a:t>
            </a: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module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Create module object</a:t>
            </a: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Compile to bytecode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Compile to bytecode</a:t>
            </a: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Execute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Execute module</a:t>
            </a: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 in cache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Store in cache</a:t>
            </a: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Bind 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Bind name</a:t>
            </a: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Q2. Why is module imported only once?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Q2. Why is module imported only once?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Because Python caches modules in:</a:t>
            </a: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sys.modules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sys.modules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Q3. What is sys.path?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List of directories where Python searches for modules.</a:t>
            </a: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Q4. What is sys.modules?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Q4. What is sys.modules?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Dictionary containing all loaded modules.</a:t>
            </a: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Q5. What is pycache?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Q5. What is pycache?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Folder containing compiled bytecode (.pyc) files.</a:t>
            </a: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Q6. Difference between import and from import?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Q6. Difference between import and from import?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Access via:</a:t>
            </a: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math.sqrt()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math.sqrt()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Whereas:</a:t>
            </a: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math import sqrt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from math import sqrt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Access via:</a:t>
            </a: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sqrt()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sqrt()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One-Line Summary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When Python imports a module, it first checks the cache (sys.modules), searches the module path (sys.path), loads and
executes the module, stores it in memory, and reuses the cached version for future imports.</a:t>
            </a: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 explain for this topkc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detail explain for this topkc</a:t>
            </a: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507)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Packages &amp; __init__.py (5 min) __name__ and __main__ (5 min) Bytecode &amp; __pycache__ (5 min) Best Practices &amp; Summary (2 min)</a:t>
            </a: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Packages &amp; __init__.py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1. Packages &amp; __init__.py (5 Minutes)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What is a Package?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 Package is a collection of related modules organized inside a directory.</a:t>
            </a: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Without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Without Package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project/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├── user.py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├── payment.py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├── order.py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├── cart.py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As the project grows, managing hundreds of modules becomes difficult.</a:t>
            </a: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With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With Package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project/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├── main.py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├── ecommerce/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│   ├── user.py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│   ├── payment.py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│   ├── order.py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│   └── cart.py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Now all ecommerce-related modules are grouped together.</a:t>
            </a: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Definition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 package is a directory that contains multiple Python modules and helps organize large applications.</a:t>
            </a: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 We Need Packages?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Why Do We Need Packages?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Better Organization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Large Project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  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┌────┼────┐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│    │    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Auth DB Payment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Avoid Naming Conflicts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Without packages:</a:t>
            </a: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utils.py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utils.py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may exist in multiple places.</a:t>
            </a: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Packages create namespaces: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Packages create namespaces:</a:t>
            </a: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auth.utils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auth.utils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payment.utils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What is __init__.py?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Inside a package:</a:t>
            </a: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ecommerce/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ecommerce/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├── __init__.py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├── user.py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├── payment.py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__init__.py is a special file executed when the package is imported.</a:t>
            </a: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Old Python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Old Python Behavior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Before Python 3.3:</a:t>
            </a: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folder without __init__.py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folder without __init__.py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was NOT considered a package.</a:t>
            </a: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519)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Today Python supports Namespace Packages, but __init__.py is still widely used.</a:t>
            </a: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Happens When Package is Imported?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What Happens When Package is Imported?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ecommerce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Python:</a:t>
            </a: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Step 1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Finds package folder.</a:t>
            </a: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Step 2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Executes:</a:t>
            </a: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__init__.py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__init__.py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Step 3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Creates package object.</a:t>
            </a: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Step 4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Loads requested modules.</a:t>
            </a: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Example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init.py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print("Package Loaded")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main.py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ecommerce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Output:</a:t>
            </a: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Package Loaded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Package Loaded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Using __init__.py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Export Selected Modules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from .user import User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from .payment import Payment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Now:</a:t>
            </a: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ecommerce import User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from ecommerce import User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works directly.</a:t>
            </a: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Package Import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Package Import Example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Structure:</a:t>
            </a: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project/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├── main.py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└── ecommerce/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├── __init__.py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├── user.py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user.py</a:t>
            </a: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 login():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def login():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print("Login")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main.py</a:t>
            </a: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ecommerce import user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from ecommerce import user</a:t>
            </a: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user.login()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user.login()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Output:</a:t>
            </a: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Login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Interview Questions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What is a Package?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 directory containing related modules.</a:t>
            </a: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Packages?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Why use Packages?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Organization and namespace management.</a:t>
            </a: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__init__.py?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What is __init__.py?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 special file executed when package is imported.</a:t>
            </a: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 __init__.py mandatory?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Is __init__.py mandatory?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No in Python 3.3+, but commonly used.</a:t>
            </a: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__name__ and __main__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2. __name__ and __main__ (5 Minutes)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This is one of the most asked Python interview topics.</a:t>
            </a: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__name__?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What is __name__?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Every Python module has a built-in variable:</a:t>
            </a: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__name__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__name__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automatically assigns its value.</a:t>
            </a: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1: Run File Directly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Case 1: Run File Directly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file.py</a:t>
            </a: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print(__name__)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print(__name__)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Run:</a:t>
            </a: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file.py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file.py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Output:</a:t>
            </a: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__main__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__main__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Because file is the starting point.</a:t>
            </a: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2: Import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Case 2: Import File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file.py</a:t>
            </a: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print(__name__)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print(__name__)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main.py</a:t>
            </a: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file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Output:</a:t>
            </a: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file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Because now it is imported as module.</a:t>
            </a: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is This Useful?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Why is This Useful?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Sometimes we want:</a:t>
            </a: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Testing Code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to run only when file is executed directly.</a:t>
            </a: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 when imported.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Not when imported.</a:t>
            </a: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Example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calculator.py</a:t>
            </a: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 add(a,b):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def add(a,b):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return a+b</a:t>
            </a: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print("Running Test")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print("Running Test")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Importing:</a:t>
            </a:r>
          </a:p>
        </p:txBody>
      </p:sp>
    </p:spTree>
  </p:cSld>
  <p:clrMapOvr>
    <a:masterClrMapping/>
  </p:clrMapOvr>
</p:sld>
</file>

<file path=ppt/slides/slide5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calculator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Output:</a:t>
            </a:r>
          </a:p>
        </p:txBody>
      </p:sp>
    </p:spTree>
  </p:cSld>
  <p:clrMapOvr>
    <a:masterClrMapping/>
  </p:clrMapOvr>
</p:sld>
</file>

<file path=ppt/slides/slide5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Running Test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Problem!</a:t>
            </a:r>
          </a:p>
        </p:txBody>
      </p:sp>
    </p:spTree>
  </p:cSld>
  <p:clrMapOvr>
    <a:masterClrMapping/>
  </p:clrMapOvr>
</p:sld>
</file>

<file path=ppt/slides/slide5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code runs automatically.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Test code runs automatically.</a:t>
            </a:r>
          </a:p>
        </p:txBody>
      </p:sp>
    </p:spTree>
  </p:cSld>
  <p:clrMapOvr>
    <a:masterClrMapping/>
  </p:clrMapOvr>
</p:sld>
</file>

<file path=ppt/slides/slide5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Solution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def add(a,b):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return a+b</a:t>
            </a:r>
          </a:p>
        </p:txBody>
      </p:sp>
    </p:spTree>
  </p:cSld>
  <p:clrMapOvr>
    <a:masterClrMapping/>
  </p:clrMapOvr>
</p:sld>
</file>

<file path=ppt/slides/slide5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__name__ == "__main__":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if __name__ == "__main__":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print(add(5,5))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Run Directly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calculator.py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Output:</a:t>
            </a:r>
          </a:p>
        </p:txBody>
      </p:sp>
    </p:spTree>
  </p:cSld>
  <p:clrMapOvr>
    <a:masterClrMapping/>
  </p:clrMapOvr>
</p:sld>
</file>

<file path=ppt/slides/slide5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10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calculator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Output:</a:t>
            </a:r>
          </a:p>
        </p:txBody>
      </p:sp>
    </p:spTree>
  </p:cSld>
  <p:clrMapOvr>
    <a:masterClrMapping/>
  </p:clrMapOvr>
</p:sld>
</file>

<file path=ppt/slides/slide5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Nothing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Perfect!</a:t>
            </a:r>
          </a:p>
        </p:txBody>
      </p:sp>
    </p:spTree>
  </p:cSld>
  <p:clrMapOvr>
    <a:masterClrMapping/>
  </p:clrMapOvr>
</p:sld>
</file>

<file path=ppt/slides/slide5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Meaning 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Meaning of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if __name__ == "__main__":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Simply means:</a:t>
            </a:r>
          </a:p>
        </p:txBody>
      </p:sp>
    </p:spTree>
  </p:cSld>
  <p:clrMapOvr>
    <a:masterClrMapping/>
  </p:clrMapOvr>
</p:sld>
</file>

<file path=ppt/slides/slide5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Execute this block only if this file is run directly.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Execute this block only if this file is run directly.</a:t>
            </a:r>
          </a:p>
        </p:txBody>
      </p:sp>
    </p:spTree>
  </p:cSld>
  <p:clrMapOvr>
    <a:masterClrMapping/>
  </p:clrMapOvr>
</p:sld>
</file>

<file path=ppt/slides/slide5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World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Real World Uses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Testing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if __name__ == "__main__":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Demo Code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if __name__ == "__main__":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Command-Line Scripts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if __name__ == "__main__":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Interview Questions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What is __name__?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 special variable indicating module name.</a:t>
            </a:r>
          </a:p>
        </p:txBody>
      </p:sp>
    </p:spTree>
  </p:cSld>
  <p:clrMapOvr>
    <a:masterClrMapping/>
  </p:clrMapOvr>
</p:sld>
</file>

<file path=ppt/slides/slide5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is __name__ == "__main__"?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When is __name__ == "__main__"?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When file is executed directly.</a:t>
            </a:r>
          </a:p>
        </p:txBody>
      </p:sp>
    </p:spTree>
  </p:cSld>
  <p:clrMapOvr>
    <a:masterClrMapping/>
  </p:clrMapOvr>
</p:sld>
</file>

<file path=ppt/slides/slide5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Why use it?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To prevent code execution during imports.</a:t>
            </a:r>
          </a:p>
        </p:txBody>
      </p:sp>
    </p:spTree>
  </p:cSld>
  <p:clrMapOvr>
    <a:masterClrMapping/>
  </p:clrMapOvr>
</p:sld>
</file>

<file path=ppt/slides/slide5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Bytecode &amp; __pycache__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3. Bytecode &amp; __pycache__ (5 Minutes)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This explains how Python executes code efficiently.</a:t>
            </a:r>
          </a:p>
        </p:txBody>
      </p:sp>
    </p:spTree>
  </p:cSld>
  <p:clrMapOvr>
    <a:masterClrMapping/>
  </p:clrMapOvr>
</p:sld>
</file>

<file path=ppt/slides/slide5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is Interpreted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is Interpreted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Source Code:</a:t>
            </a:r>
          </a:p>
        </p:txBody>
      </p:sp>
    </p:spTree>
  </p:cSld>
  <p:clrMapOvr>
    <a:masterClrMapping/>
  </p:clrMapOvr>
</p:sld>
</file>

<file path=ppt/slides/slide5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print("Hello")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print("Hello")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does not execute source code directly.</a:t>
            </a:r>
          </a:p>
        </p:txBody>
      </p:sp>
    </p:spTree>
  </p:cSld>
  <p:clrMapOvr>
    <a:masterClrMapping/>
  </p:clrMapOvr>
</p:sld>
</file>

<file path=ppt/slides/slide5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Compilation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Step 1: Compilation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converts:</a:t>
            </a:r>
          </a:p>
        </p:txBody>
      </p:sp>
    </p:spTree>
  </p:cSld>
  <p:clrMapOvr>
    <a:masterClrMapping/>
  </p:clrMapOvr>
</p:sld>
</file>

<file path=ppt/slides/slide5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hello.py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hello.py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into:</a:t>
            </a:r>
          </a:p>
        </p:txBody>
      </p:sp>
    </p:spTree>
  </p:cSld>
  <p:clrMapOvr>
    <a:masterClrMapping/>
  </p:clrMapOvr>
</p:sld>
</file>

<file path=ppt/slides/slide5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Bytecode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Bytecode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What is Bytecode?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Intermediate code between:</a:t>
            </a:r>
          </a:p>
        </p:txBody>
      </p:sp>
    </p:spTree>
  </p:cSld>
  <p:clrMapOvr>
    <a:masterClrMapping/>
  </p:clrMapOvr>
</p:sld>
</file>

<file path=ppt/slides/slide5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Source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  ↓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Bytecode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  ↓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Machine Code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It is platform-independent.</a:t>
            </a:r>
          </a:p>
        </p:txBody>
      </p:sp>
    </p:spTree>
  </p:cSld>
  <p:clrMapOvr>
    <a:masterClrMapping/>
  </p:clrMapOvr>
</p:sld>
</file>

<file path=ppt/slides/slide5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Example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Source:</a:t>
            </a:r>
          </a:p>
        </p:txBody>
      </p:sp>
    </p:spTree>
  </p:cSld>
  <p:clrMapOvr>
    <a:masterClrMapping/>
  </p:clrMapOvr>
</p:sld>
</file>

<file path=ppt/slides/slide5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 =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x = 10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print(x)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converts internally into bytecode instructions.</a:t>
            </a:r>
          </a:p>
        </p:txBody>
      </p:sp>
    </p:spTree>
  </p:cSld>
  <p:clrMapOvr>
    <a:masterClrMapping/>
  </p:clrMapOvr>
</p:sld>
</file>

<file path=ppt/slides/slide5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is Bytecode Stored?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Where is Bytecode Stored?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Inside:</a:t>
            </a:r>
          </a:p>
        </p:txBody>
      </p:sp>
    </p:spTree>
  </p:cSld>
  <p:clrMapOvr>
    <a:masterClrMapping/>
  </p:clrMapOvr>
</p:sld>
</file>

<file path=ppt/slides/slide5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__pycache__/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__pycache__/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Folder.</a:t>
            </a:r>
          </a:p>
        </p:txBody>
      </p:sp>
    </p:spTree>
  </p:cSld>
  <p:clrMapOvr>
    <a:masterClrMapping/>
  </p:clrMapOvr>
</p:sld>
</file>

<file path=ppt/slides/slide5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Example:</a:t>
            </a:r>
          </a:p>
        </p:txBody>
      </p:sp>
    </p:spTree>
  </p:cSld>
  <p:clrMapOvr>
    <a:masterClrMapping/>
  </p:clrMapOvr>
</p:sld>
</file>

<file path=ppt/slides/slide5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project/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├── hello.py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└── __pycache__/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└── hello.cpython-313.pyc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What is .pyc File?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Compiled Python bytecode file.</a:t>
            </a:r>
          </a:p>
        </p:txBody>
      </p:sp>
    </p:spTree>
  </p:cSld>
  <p:clrMapOvr>
    <a:masterClrMapping/>
  </p:clrMapOvr>
</p:sld>
</file>

<file path=ppt/slides/slide5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Example:</a:t>
            </a:r>
          </a:p>
        </p:txBody>
      </p:sp>
    </p:spTree>
  </p:cSld>
  <p:clrMapOvr>
    <a:masterClrMapping/>
  </p:clrMapOvr>
</p:sld>
</file>

<file path=ppt/slides/slide5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hello.cpython-313.pyc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hello.cpython-313.pyc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Why Create .pyc?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Faster Startup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doesn't always recompile.</a:t>
            </a:r>
          </a:p>
        </p:txBody>
      </p:sp>
    </p:spTree>
  </p:cSld>
  <p:clrMapOvr>
    <a:masterClrMapping/>
  </p:clrMapOvr>
</p:sld>
</file>

<file path=ppt/slides/slide5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Improved Performance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Imports become faster.</a:t>
            </a:r>
          </a:p>
        </p:txBody>
      </p:sp>
    </p:spTree>
  </p:cSld>
  <p:clrMapOvr>
    <a:masterClrMapping/>
  </p:clrMapOvr>
</p:sld>
</file>

<file path=ppt/slides/slide5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Example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First Import:</a:t>
            </a:r>
          </a:p>
        </p:txBody>
      </p:sp>
    </p:spTree>
  </p:cSld>
  <p:clrMapOvr>
    <a:masterClrMapping/>
  </p:clrMapOvr>
</p:sld>
</file>

<file path=ppt/slides/slide5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math_utils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math_utils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Python:</a:t>
            </a:r>
          </a:p>
        </p:txBody>
      </p:sp>
    </p:spTree>
  </p:cSld>
  <p:clrMapOvr>
    <a:masterClrMapping/>
  </p:clrMapOvr>
</p:sld>
</file>

<file path=ppt/slides/slide5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Compile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Store .pyc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Execute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Second Import:</a:t>
            </a:r>
          </a:p>
        </p:txBody>
      </p:sp>
    </p:spTree>
  </p:cSld>
  <p:clrMapOvr>
    <a:masterClrMapping/>
  </p:clrMapOvr>
</p:sld>
</file>

<file path=ppt/slides/slide5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math_utils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math_utils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may reuse:</a:t>
            </a:r>
          </a:p>
        </p:txBody>
      </p:sp>
    </p:spTree>
  </p:cSld>
  <p:clrMapOvr>
    <a:masterClrMapping/>
  </p:clrMapOvr>
</p:sld>
</file>

<file path=ppt/slides/slide5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.pyc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.pyc file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saving time.</a:t>
            </a:r>
          </a:p>
        </p:txBody>
      </p:sp>
    </p:spTree>
  </p:cSld>
  <p:clrMapOvr>
    <a:masterClrMapping/>
  </p:clrMapOvr>
</p:sld>
</file>

<file path=ppt/slides/slide5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See Bytecode?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How to See Bytecode?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dis</a:t>
            </a:r>
          </a:p>
        </p:txBody>
      </p:sp>
    </p:spTree>
  </p:cSld>
  <p:clrMapOvr>
    <a:masterClrMapping/>
  </p:clrMapOvr>
</p:sld>
</file>

<file path=ppt/slides/slide5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 add(a,b):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def add(a,b):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return a+b</a:t>
            </a:r>
          </a:p>
        </p:txBody>
      </p:sp>
    </p:spTree>
  </p:cSld>
  <p:clrMapOvr>
    <a:masterClrMapping/>
  </p:clrMapOvr>
</p:sld>
</file>

<file path=ppt/slides/slide5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dis.dis(add)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dis.dis(add)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Output:</a:t>
            </a:r>
          </a:p>
        </p:txBody>
      </p:sp>
    </p:spTree>
  </p:cSld>
  <p:clrMapOvr>
    <a:masterClrMapping/>
  </p:clrMapOvr>
</p:sld>
</file>

<file path=ppt/slides/slide5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LOAD_FAST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LOAD_FAST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LOAD_FAST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BINARY_OP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RETURN_VALUE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These are bytecode instructions.</a:t>
            </a:r>
          </a:p>
        </p:txBody>
      </p:sp>
    </p:spTree>
  </p:cSld>
  <p:clrMapOvr>
    <a:masterClrMapping/>
  </p:clrMapOvr>
</p:sld>
</file>

<file path=ppt/slides/slide5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Interview Questions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What is Bytecode?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Intermediate code generated by Python compiler.</a:t>
            </a:r>
          </a:p>
        </p:txBody>
      </p:sp>
    </p:spTree>
  </p:cSld>
  <p:clrMapOvr>
    <a:masterClrMapping/>
  </p:clrMapOvr>
</p:sld>
</file>

<file path=ppt/slides/slide5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__pycache__?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What is __pycache__?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Directory storing compiled bytecode files.</a:t>
            </a:r>
          </a:p>
        </p:txBody>
      </p:sp>
    </p:spTree>
  </p:cSld>
  <p:clrMapOvr>
    <a:masterClrMapping/>
  </p:clrMapOvr>
</p:sld>
</file>

<file path=ppt/slides/slide5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.pyc?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What is .pyc?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Compiled Python bytecode file.</a:t>
            </a:r>
          </a:p>
        </p:txBody>
      </p:sp>
    </p:spTree>
  </p:cSld>
  <p:clrMapOvr>
    <a:masterClrMapping/>
  </p:clrMapOvr>
</p:sld>
</file>

<file path=ppt/slides/slide5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Bytecode?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Why Bytecode?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Faster module loading and execution.</a:t>
            </a:r>
          </a:p>
        </p:txBody>
      </p:sp>
    </p:spTree>
  </p:cSld>
  <p:clrMapOvr>
    <a:masterClrMapping/>
  </p:clrMapOvr>
</p:sld>
</file>

<file path=ppt/slides/slide5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&amp; Summary (2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Best Practices &amp; Summary (2 Minutes)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Best Practices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✔ Keep modules small and focused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Bad:</a:t>
            </a:r>
          </a:p>
        </p:txBody>
      </p:sp>
    </p:spTree>
  </p:cSld>
  <p:clrMapOvr>
    <a:masterClrMapping/>
  </p:clrMapOvr>
</p:sld>
</file>

<file path=ppt/slides/slide5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everything.py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everything.py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Good:</a:t>
            </a:r>
          </a:p>
        </p:txBody>
      </p:sp>
    </p:spTree>
  </p:cSld>
  <p:clrMapOvr>
    <a:masterClrMapping/>
  </p:clrMapOvr>
</p:sld>
</file>

<file path=ppt/slides/slide5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user.py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payment.py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order.py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✔ Avoid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from module import *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Use:</a:t>
            </a:r>
          </a:p>
        </p:txBody>
      </p:sp>
    </p:spTree>
  </p:cSld>
  <p:clrMapOvr>
    <a:masterClrMapping/>
  </p:clrMapOvr>
</p:sld>
</file>

<file path=ppt/slides/slide6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module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✔ Use Packages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Group related modules together.</a:t>
            </a:r>
          </a:p>
        </p:txBody>
      </p:sp>
    </p:spTree>
  </p:cSld>
  <p:clrMapOvr>
    <a:masterClrMapping/>
  </p:clrMapOvr>
</p:sld>
</file>

<file path=ppt/slides/slide6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✔ Use Meaningful Names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✔ Use Meaningful Names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auth.py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database.py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instead of:</a:t>
            </a:r>
          </a:p>
        </p:txBody>
      </p:sp>
    </p:spTree>
  </p:cSld>
  <p:clrMapOvr>
    <a:masterClrMapping/>
  </p:clrMapOvr>
</p:sld>
</file>

<file path=ppt/slides/slide6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abc.py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abc.py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xyz.py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✔ Use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if __name__ == "__main__":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for testing.</a:t>
            </a:r>
          </a:p>
        </p:txBody>
      </p:sp>
    </p:spTree>
  </p:cSld>
  <p:clrMapOvr>
    <a:masterClrMapping/>
  </p:clrMapOvr>
</p:sld>
</file>

<file path=ppt/slides/slide6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Summary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Final Summary Slide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Module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 Python .py file.</a:t>
            </a:r>
          </a:p>
        </p:txBody>
      </p:sp>
    </p:spTree>
  </p:cSld>
  <p:clrMapOvr>
    <a:masterClrMapping/>
  </p:clrMapOvr>
</p:sld>
</file>

<file path=ppt/slides/slide6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Package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Collection of modules.</a:t>
            </a:r>
          </a:p>
        </p:txBody>
      </p:sp>
    </p:spTree>
  </p:cSld>
  <p:clrMapOvr>
    <a:masterClrMapping/>
  </p:clrMapOvr>
</p:sld>
</file>

<file path=ppt/slides/slide6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__init__.py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__init__.py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Runs when package loads.</a:t>
            </a:r>
          </a:p>
        </p:txBody>
      </p:sp>
    </p:spTree>
  </p:cSld>
  <p:clrMapOvr>
    <a:masterClrMapping/>
  </p:clrMapOvr>
</p:sld>
</file>

<file path=ppt/slides/slide6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__name__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__name__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Stores module name.</a:t>
            </a:r>
          </a:p>
        </p:txBody>
      </p:sp>
    </p:spTree>
  </p:cSld>
  <p:clrMapOvr>
    <a:masterClrMapping/>
  </p:clrMapOvr>
</p:sld>
</file>

<file path=ppt/slides/slide6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__main__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__main__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Indicates entry point.</a:t>
            </a:r>
          </a:p>
        </p:txBody>
      </p:sp>
    </p:spTree>
  </p:cSld>
  <p:clrMapOvr>
    <a:masterClrMapping/>
  </p:clrMapOvr>
</p:sld>
</file>

<file path=ppt/slides/slide6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Bytecode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Bytecode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Compiled intermediate code.</a:t>
            </a:r>
          </a:p>
        </p:txBody>
      </p:sp>
    </p:spTree>
  </p:cSld>
  <p:clrMapOvr>
    <a:masterClrMapping/>
  </p:clrMapOvr>
</p:sld>
</file>

<file path=ppt/slides/slide6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__pycache__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__pycache__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Stores .pyc files.</a:t>
            </a:r>
          </a:p>
        </p:txBody>
      </p:sp>
    </p:spTree>
  </p:cSld>
  <p:clrMapOvr>
    <a:masterClrMapping/>
  </p:clrMapOvr>
</p:sld>
</file>

<file path=ppt/slides/slide6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Key Takeaway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Python's Module System organizes code using modules and packages, controls execution with __name__ and __main__, and
improves performance using bytecode and __pycache__.</a:t>
            </a:r>
          </a:p>
        </p:txBody>
      </p:sp>
    </p:spTree>
  </p:cSld>
  <p:clrMapOvr>
    <a:masterClrMapping/>
  </p:clrMapOvr>
</p:sld>
</file>

<file path=ppt/slides/slide6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__init__.py in python module explain in easy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__init__.py in python module explain in easy language</a:t>
            </a:r>
          </a:p>
        </p:txBody>
      </p:sp>
    </p:spTree>
  </p:cSld>
  <p:clrMapOvr>
    <a:masterClrMapping/>
  </p:clrMapOvr>
</p:sld>
</file>

<file path=ppt/slides/slide6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__init__.py Explained in Easy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__init__.py Explained in Easy Language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What is __init__.py?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__init__.py is a special Python file that is used inside a package folder.</a:t>
            </a:r>
          </a:p>
        </p:txBody>
      </p:sp>
    </p:spTree>
  </p:cSld>
  <p:clrMapOvr>
    <a:masterClrMapping/>
  </p:clrMapOvr>
</p:sld>
</file>

<file path=ppt/slides/slide6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tells Python: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It tells Python:</a:t>
            </a:r>
          </a:p>
        </p:txBody>
      </p:sp>
    </p:spTree>
  </p:cSld>
  <p:clrMapOvr>
    <a:masterClrMapping/>
  </p:clrMapOvr>
</p:sld>
</file>

<file path=ppt/slides/slide6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"This folder should be treated as a Python package."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"This folder should be treated as a Python package."</a:t>
            </a:r>
          </a:p>
        </p:txBody>
      </p:sp>
    </p:spTree>
  </p:cSld>
  <p:clrMapOvr>
    <a:masterClrMapping/>
  </p:clrMapOvr>
</p:sld>
</file>

<file path=ppt/slides/slide6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Example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Folder Structure:</a:t>
            </a:r>
          </a:p>
        </p:txBody>
      </p:sp>
    </p:spTree>
  </p:cSld>
  <p:clrMapOvr>
    <a:masterClrMapping/>
  </p:clrMapOvr>
</p:sld>
</file>

<file path=ppt/slides/slide6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project/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├── main.py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└── utils/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├── __init__.py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├── math_utils.py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└── string_utils.py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Here, utils is a package because it contains __init__.py.</a:t>
            </a:r>
          </a:p>
        </p:txBody>
      </p:sp>
    </p:spTree>
  </p:cSld>
  <p:clrMapOvr>
    <a:masterClrMapping/>
  </p:clrMapOvr>
</p:sld>
</file>

<file path=ppt/slides/slide6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 We Use __init__.py?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Why Do We Use __init__.py?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1. Makes a Folder a Package</a:t>
            </a:r>
          </a:p>
        </p:txBody>
      </p:sp>
    </p:spTree>
  </p:cSld>
  <p:clrMapOvr>
    <a:masterClrMapping/>
  </p:clrMapOvr>
</p:sld>
</file>

<file path=ppt/slides/slide6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Runs Initialization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2. Runs Initialization Code</a:t>
            </a:r>
          </a:p>
        </p:txBody>
      </p:sp>
    </p:spTree>
  </p:cSld>
  <p:clrMapOvr>
    <a:masterClrMapping/>
  </p:clrMapOvr>
</p:sld>
</file>

<file path=ppt/slides/slide6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617)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Whatever code is inside __init__.py runs when the package is imported.</a:t>
            </a:r>
          </a:p>
        </p:txBody>
      </p:sp>
    </p:spTree>
  </p:cSld>
  <p:clrMapOvr>
    <a:masterClrMapping/>
  </p:clrMapOvr>
</p:sld>
</file>

<file path=ppt/slides/slide6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__init__.py acts like the manager of a package.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__init__.py acts like the manager of a package.</a:t>
            </a:r>
          </a:p>
        </p:txBody>
      </p:sp>
    </p:spTree>
  </p:cSld>
  <p:clrMapOvr>
    <a:masterClrMapping/>
  </p:clrMapOvr>
</p:sld>
</file>

<file path=ppt/slides/slide6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q19&gt;__name__ and __main__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q19&gt;__name__ and __main__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When Python runs a file, it automatically creates a special variable called:</a:t>
            </a:r>
          </a:p>
        </p:txBody>
      </p:sp>
    </p:spTree>
  </p:cSld>
  <p:clrMapOvr>
    <a:masterClrMapping/>
  </p:clrMapOvr>
</p:sld>
</file>

<file path=ppt/slides/slide6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__name__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__name__</a:t>
            </a:r>
          </a:p>
        </p:txBody>
      </p:sp>
    </p:spTree>
  </p:cSld>
  <p:clrMapOvr>
    <a:masterClrMapping/>
  </p:clrMapOvr>
</p:sld>
</file>

<file path=ppt/slides/slide6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What is __name__?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2. What is __name__?</a:t>
            </a:r>
          </a:p>
        </p:txBody>
      </p:sp>
    </p:spTree>
  </p:cSld>
  <p:clrMapOvr>
    <a:masterClrMapping/>
  </p:clrMapOvr>
</p:sld>
</file>

<file path=ppt/slides/slide6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622)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__name__ is a built-in variable that Python automatically creates for every module.</a:t>
            </a:r>
          </a:p>
        </p:txBody>
      </p:sp>
    </p:spTree>
  </p:cSld>
  <p:clrMapOvr>
    <a:masterClrMapping/>
  </p:clrMapOvr>
</p:sld>
</file>

<file path=ppt/slides/slide6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Example:</a:t>
            </a:r>
          </a:p>
        </p:txBody>
      </p:sp>
    </p:spTree>
  </p:cSld>
  <p:clrMapOvr>
    <a:masterClrMapping/>
  </p:clrMapOvr>
</p:sld>
</file>

<file path=ppt/slides/slide6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print(__name__)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print(__name__)</a:t>
            </a:r>
          </a:p>
        </p:txBody>
      </p:sp>
    </p:spTree>
  </p:cSld>
  <p:clrMapOvr>
    <a:masterClrMapping/>
  </p:clrMapOvr>
</p:sld>
</file>

<file path=ppt/slides/slide6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1: Running a File Directly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Case 1: Running a File Directly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demo.py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print(__name__)</a:t>
            </a:r>
          </a:p>
        </p:txBody>
      </p:sp>
    </p:spTree>
  </p:cSld>
  <p:clrMapOvr>
    <a:masterClrMapping/>
  </p:clrMapOvr>
</p:sld>
</file>

<file path=ppt/slides/slide6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Run:</a:t>
            </a:r>
          </a:p>
        </p:txBody>
      </p:sp>
    </p:spTree>
  </p:cSld>
  <p:clrMapOvr>
    <a:masterClrMapping/>
  </p:clrMapOvr>
</p:sld>
</file>

<file path=ppt/slides/slide6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demo.py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demo.py</a:t>
            </a:r>
          </a:p>
        </p:txBody>
      </p:sp>
    </p:spTree>
  </p:cSld>
  <p:clrMapOvr>
    <a:masterClrMapping/>
  </p:clrMapOvr>
</p:sld>
</file>

<file path=ppt/slides/slide6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Output:</a:t>
            </a:r>
          </a:p>
        </p:txBody>
      </p:sp>
    </p:spTree>
  </p:cSld>
  <p:clrMapOvr>
    <a:masterClrMapping/>
  </p:clrMapOvr>
</p:sld>
</file>

<file path=ppt/slides/slide6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__main__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__main__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Why?</a:t>
            </a:r>
          </a:p>
        </p:txBody>
      </p:sp>
    </p:spTree>
  </p:cSld>
  <p:clrMapOvr>
    <a:masterClrMapping/>
  </p:clrMapOvr>
</p:sld>
</file>

<file path=ppt/slides/slide6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Because this file is the starting point of the program.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Because this file is the starting point of the program.</a:t>
            </a:r>
          </a:p>
        </p:txBody>
      </p:sp>
    </p:spTree>
  </p:cSld>
  <p:clrMapOvr>
    <a:masterClrMapping/>
  </p:clrMapOvr>
</p:sld>
</file>

<file path=ppt/slides/slide6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automatically sets: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automatically sets:</a:t>
            </a:r>
          </a:p>
        </p:txBody>
      </p:sp>
    </p:spTree>
  </p:cSld>
  <p:clrMapOvr>
    <a:masterClrMapping/>
  </p:clrMapOvr>
</p:sld>
</file>

<file path=ppt/slides/slide6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__name__ = "__main__"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__name__ = "__main__"</a:t>
            </a:r>
          </a:p>
        </p:txBody>
      </p:sp>
    </p:spTree>
  </p:cSld>
  <p:clrMapOvr>
    <a:masterClrMapping/>
  </p:clrMapOvr>
</p:sld>
</file>

<file path=ppt/slides/slide6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Case 2: Importing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4. Case 2: Importing a File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demo.py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print(__name__)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main.py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demo</a:t>
            </a:r>
          </a:p>
        </p:txBody>
      </p:sp>
    </p:spTree>
  </p:cSld>
  <p:clrMapOvr>
    <a:masterClrMapping/>
  </p:clrMapOvr>
</p:sld>
</file>

<file path=ppt/slides/slide6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Output:</a:t>
            </a:r>
          </a:p>
        </p:txBody>
      </p:sp>
    </p:spTree>
  </p:cSld>
  <p:clrMapOvr>
    <a:masterClrMapping/>
  </p:clrMapOvr>
</p:sld>
</file>

<file path=ppt/slides/slide6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demo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Why?</a:t>
            </a:r>
          </a:p>
        </p:txBody>
      </p:sp>
    </p:spTree>
  </p:cSld>
  <p:clrMapOvr>
    <a:masterClrMapping/>
  </p:clrMapOvr>
</p:sld>
</file>

<file path=ppt/slides/slide6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Because now demo.py is being used as a module.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Because now demo.py is being used as a module.</a:t>
            </a:r>
          </a:p>
        </p:txBody>
      </p:sp>
    </p:spTree>
  </p:cSld>
  <p:clrMapOvr>
    <a:masterClrMapping/>
  </p:clrMapOvr>
</p:sld>
</file>

<file path=ppt/slides/slide6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sets: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sets:</a:t>
            </a:r>
          </a:p>
        </p:txBody>
      </p:sp>
    </p:spTree>
  </p:cSld>
  <p:clrMapOvr>
    <a:masterClrMapping/>
  </p:clrMapOvr>
</p:sld>
</file>

<file path=ppt/slides/slide6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__name__ = "demo"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__name__ = "demo"</a:t>
            </a:r>
          </a:p>
        </p:txBody>
      </p:sp>
    </p:spTree>
  </p:cSld>
  <p:clrMapOvr>
    <a:masterClrMapping/>
  </p:clrMapOvr>
</p:sld>
</file>

<file path=ppt/slides/slide6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(the module name)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(the module name)</a:t>
            </a:r>
          </a:p>
        </p:txBody>
      </p:sp>
    </p:spTree>
  </p:cSld>
  <p:clrMapOvr>
    <a:masterClrMapping/>
  </p:clrMapOvr>
</p:sld>
</file>

<file path=ppt/slides/slide6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Why is this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5. Why is this Important?</a:t>
            </a:r>
          </a:p>
        </p:txBody>
      </p:sp>
    </p:spTree>
  </p:cSld>
  <p:clrMapOvr>
    <a:masterClrMapping/>
  </p:clrMapOvr>
</p:sld>
</file>

<file path=ppt/slides/slide6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Suppose we create a module: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Suppose we create a module:</a:t>
            </a:r>
          </a:p>
        </p:txBody>
      </p:sp>
    </p:spTree>
  </p:cSld>
  <p:clrMapOvr>
    <a:masterClrMapping/>
  </p:clrMapOvr>
</p:sld>
</file>

<file path=ppt/slides/slide6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calculator.py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calculator.py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def add(a, b):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return a + b</a:t>
            </a:r>
          </a:p>
        </p:txBody>
      </p:sp>
    </p:spTree>
  </p:cSld>
  <p:clrMapOvr>
    <a:masterClrMapping/>
  </p:clrMapOvr>
</p:sld>
</file>

<file path=ppt/slides/slide6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print("Testing Calculator")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print("Testing Calculator")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main.py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calculator</a:t>
            </a:r>
          </a:p>
        </p:txBody>
      </p:sp>
    </p:spTree>
  </p:cSld>
  <p:clrMapOvr>
    <a:masterClrMapping/>
  </p:clrMapOvr>
</p:sld>
</file>

<file path=ppt/slides/slide6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Output:</a:t>
            </a:r>
          </a:p>
        </p:txBody>
      </p:sp>
    </p:spTree>
  </p:cSld>
  <p:clrMapOvr>
    <a:masterClrMapping/>
  </p:clrMapOvr>
</p:sld>
</file>

<file path=ppt/slides/slide6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Testing Calculator</a:t>
            </a:r>
          </a:p>
        </p:txBody>
      </p:sp>
    </p:spTree>
  </p:cSld>
  <p:clrMapOvr>
    <a:masterClrMapping/>
  </p:clrMapOvr>
</p:sld>
</file>

<file path=ppt/slides/slide6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Problem:</a:t>
            </a:r>
          </a:p>
        </p:txBody>
      </p:sp>
    </p:spTree>
  </p:cSld>
  <p:clrMapOvr>
    <a:masterClrMapping/>
  </p:clrMapOvr>
</p:sld>
</file>

<file path=ppt/slides/slide6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testing code runs automatically during import.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The testing code runs automatically during import.</a:t>
            </a:r>
          </a:p>
        </p:txBody>
      </p:sp>
    </p:spTree>
  </p:cSld>
  <p:clrMapOvr>
    <a:masterClrMapping/>
  </p:clrMapOvr>
</p:sld>
</file>

<file path=ppt/slides/slide6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is not desirable.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This is not desirable.</a:t>
            </a:r>
          </a:p>
        </p:txBody>
      </p:sp>
    </p:spTree>
  </p:cSld>
  <p:clrMapOvr>
    <a:masterClrMapping/>
  </p:clrMapOvr>
</p:sld>
</file>

<file path=ppt/slides/slide6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Solution: if __name__ == "__main__"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6. Solution: if __name__ == "__main__"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def add(a, b):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return a + b</a:t>
            </a:r>
          </a:p>
        </p:txBody>
      </p:sp>
    </p:spTree>
  </p:cSld>
  <p:clrMapOvr>
    <a:masterClrMapping/>
  </p:clrMapOvr>
</p:sld>
</file>

<file path=ppt/slides/slide6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__name__ == "__main__":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if __name__ == "__main__":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print(add(5, 5))</a:t>
            </a:r>
          </a:p>
        </p:txBody>
      </p:sp>
    </p:spTree>
  </p:cSld>
  <p:clrMapOvr>
    <a:masterClrMapping/>
  </p:clrMapOvr>
</p:sld>
</file>

<file path=ppt/slides/slide6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means: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This means:</a:t>
            </a:r>
          </a:p>
        </p:txBody>
      </p:sp>
    </p:spTree>
  </p:cSld>
  <p:clrMapOvr>
    <a:masterClrMapping/>
  </p:clrMapOvr>
</p:sld>
</file>

<file path=ppt/slides/slide6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 this code only when the file is executed directly.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Run this code only when the file is executed directly.</a:t>
            </a:r>
          </a:p>
        </p:txBody>
      </p:sp>
    </p:spTree>
  </p:cSld>
  <p:clrMapOvr>
    <a:masterClrMapping/>
  </p:clrMapOvr>
</p:sld>
</file>

<file path=ppt/slides/slide6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7. How It Works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Run Directly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calculator.py</a:t>
            </a:r>
          </a:p>
        </p:txBody>
      </p:sp>
    </p:spTree>
  </p:cSld>
  <p:clrMapOvr>
    <a:masterClrMapping/>
  </p:clrMapOvr>
</p:sld>
</file>

<file path=ppt/slides/slide6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sets: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sets:</a:t>
            </a:r>
          </a:p>
        </p:txBody>
      </p:sp>
    </p:spTree>
  </p:cSld>
  <p:clrMapOvr>
    <a:masterClrMapping/>
  </p:clrMapOvr>
</p:sld>
</file>

<file path=ppt/slides/slide6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__name__ = "__main__"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__name__ = "__main__"</a:t>
            </a:r>
          </a:p>
        </p:txBody>
      </p:sp>
    </p:spTree>
  </p:cSld>
  <p:clrMapOvr>
    <a:masterClrMapping/>
  </p:clrMapOvr>
</p:sld>
</file>

<file path=ppt/slides/slide6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Condition:</a:t>
            </a:r>
          </a:p>
        </p:txBody>
      </p:sp>
    </p:spTree>
  </p:cSld>
  <p:clrMapOvr>
    <a:masterClrMapping/>
  </p:clrMapOvr>
</p:sld>
</file>

<file path=ppt/slides/slide6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__name__ == "__main__":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if __name__ == "__main__":</a:t>
            </a:r>
          </a:p>
        </p:txBody>
      </p:sp>
    </p:spTree>
  </p:cSld>
  <p:clrMapOvr>
    <a:masterClrMapping/>
  </p:clrMapOvr>
</p:sld>
</file>

<file path=ppt/slides/slide6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becomes: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becomes:</a:t>
            </a:r>
          </a:p>
        </p:txBody>
      </p:sp>
    </p:spTree>
  </p:cSld>
  <p:clrMapOvr>
    <a:masterClrMapping/>
  </p:clrMapOvr>
</p:sld>
</file>

<file path=ppt/slides/slide6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True: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if True:</a:t>
            </a:r>
          </a:p>
        </p:txBody>
      </p:sp>
    </p:spTree>
  </p:cSld>
  <p:clrMapOvr>
    <a:masterClrMapping/>
  </p:clrMapOvr>
</p:sld>
</file>

<file path=ppt/slides/slide6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Output:</a:t>
            </a:r>
          </a:p>
        </p:txBody>
      </p:sp>
    </p:spTree>
  </p:cSld>
  <p:clrMapOvr>
    <a:masterClrMapping/>
  </p:clrMapOvr>
</p:sld>
</file>

<file path=ppt/slides/slide6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10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the Module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calculator</a:t>
            </a:r>
          </a:p>
        </p:txBody>
      </p:sp>
    </p:spTree>
  </p:cSld>
  <p:clrMapOvr>
    <a:masterClrMapping/>
  </p:clrMapOvr>
</p:sld>
</file>

<file path=ppt/slides/slide6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sets: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sets:</a:t>
            </a:r>
          </a:p>
        </p:txBody>
      </p:sp>
    </p:spTree>
  </p:cSld>
  <p:clrMapOvr>
    <a:masterClrMapping/>
  </p:clrMapOvr>
</p:sld>
</file>

<file path=ppt/slides/slide6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__name__ = "calculator"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__name__ = "calculator"</a:t>
            </a:r>
          </a:p>
        </p:txBody>
      </p:sp>
    </p:spTree>
  </p:cSld>
  <p:clrMapOvr>
    <a:masterClrMapping/>
  </p:clrMapOvr>
</p:sld>
</file>

<file path=ppt/slides/slide6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Condition:</a:t>
            </a:r>
          </a:p>
        </p:txBody>
      </p:sp>
    </p:spTree>
  </p:cSld>
  <p:clrMapOvr>
    <a:masterClrMapping/>
  </p:clrMapOvr>
</p:sld>
</file>

<file path=ppt/slides/slide6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"calculator" == "__main__":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if "calculator" == "__main__":</a:t>
            </a:r>
          </a:p>
        </p:txBody>
      </p:sp>
    </p:spTree>
  </p:cSld>
  <p:clrMapOvr>
    <a:masterClrMapping/>
  </p:clrMapOvr>
</p:sld>
</file>

<file path=ppt/slides/slide6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becomes: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becomes:</a:t>
            </a:r>
          </a:p>
        </p:txBody>
      </p:sp>
    </p:spTree>
  </p:cSld>
  <p:clrMapOvr>
    <a:masterClrMapping/>
  </p:clrMapOvr>
</p:sld>
</file>

<file path=ppt/slides/slide6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False: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if False:</a:t>
            </a:r>
          </a:p>
        </p:txBody>
      </p:sp>
    </p:spTree>
  </p:cSld>
  <p:clrMapOvr>
    <a:masterClrMapping/>
  </p:clrMapOvr>
</p:sld>
</file>

<file path=ppt/slides/slide6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Output:</a:t>
            </a:r>
          </a:p>
        </p:txBody>
      </p:sp>
    </p:spTree>
  </p:cSld>
  <p:clrMapOvr>
    <a:masterClrMapping/>
  </p:clrMapOvr>
</p:sld>
</file>

<file path=ppt/slides/slide6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Nothing</a:t>
            </a:r>
          </a:p>
        </p:txBody>
      </p:sp>
    </p:spTree>
  </p:cSld>
  <p:clrMapOvr>
    <a:masterClrMapping/>
  </p:clrMapOvr>
</p:sld>
</file>

<file path=ppt/slides/slide6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Only functions are imported.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Only functions are imported.</a:t>
            </a:r>
          </a:p>
        </p:txBody>
      </p:sp>
    </p:spTree>
  </p:cSld>
  <p:clrMapOvr>
    <a:masterClrMapping/>
  </p:clrMapOvr>
</p:sld>
</file>

<file path=ppt/slides/slide6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q20&gt;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q20&gt;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Best Practice</a:t>
            </a:r>
          </a:p>
        </p:txBody>
      </p:sp>
    </p:spTree>
  </p:cSld>
  <p:clrMapOvr>
    <a:masterClrMapping/>
  </p:clrMapOvr>
</p:sld>
</file>

<file path=ppt/slides/slide6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Instead of writing: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Instead of writing:</a:t>
            </a:r>
          </a:p>
        </p:txBody>
      </p:sp>
    </p:spTree>
  </p:cSld>
  <p:clrMapOvr>
    <a:masterClrMapping/>
  </p:clrMapOvr>
</p:sld>
</file>

<file path=ppt/slides/slide6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__name__ == "__main__":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if __name__ == "__main__":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# large code</a:t>
            </a:r>
          </a:p>
        </p:txBody>
      </p:sp>
    </p:spTree>
  </p:cSld>
  <p:clrMapOvr>
    <a:masterClrMapping/>
  </p:clrMapOvr>
</p:sld>
</file>

<file path=ppt/slides/slide6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Write:</a:t>
            </a:r>
          </a:p>
        </p:txBody>
      </p:sp>
    </p:spTree>
  </p:cSld>
  <p:clrMapOvr>
    <a:masterClrMapping/>
  </p:clrMapOvr>
</p:sld>
</file>

<file path=ppt/slides/slide6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 main():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def main():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print("Application Started")</a:t>
            </a:r>
          </a:p>
        </p:txBody>
      </p:sp>
    </p:spTree>
  </p:cSld>
  <p:clrMapOvr>
    <a:masterClrMapping/>
  </p:clrMapOvr>
</p:sld>
</file>

<file path=ppt/slides/slide6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__name__ == "__main__":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if __name__ == "__main__":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main()</a:t>
            </a:r>
          </a:p>
        </p:txBody>
      </p:sp>
    </p:spTree>
  </p:cSld>
  <p:clrMapOvr>
    <a:masterClrMapping/>
  </p:clrMapOvr>
</p:sld>
</file>

<file path=ppt/slides/slide6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keeps code clean and readable.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This keeps code clean and readable.</a:t>
            </a:r>
          </a:p>
        </p:txBody>
      </p:sp>
    </p:spTree>
  </p:cSld>
  <p:clrMapOvr>
    <a:masterClrMapping/>
  </p:clrMapOvr>
</p:sld>
</file>

<file path=ppt/slides/slide6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q21&gt;Bytecode &amp; __pycache__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q21&gt;Bytecode &amp; __pycache__</a:t>
            </a:r>
          </a:p>
        </p:txBody>
      </p:sp>
    </p:spTree>
  </p:cSld>
  <p:clrMapOvr>
    <a:masterClrMapping/>
  </p:clrMapOvr>
</p:sld>
</file>

<file path=ppt/slides/slide6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679)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This topic explains how Python executes code internally and why imports become faster after the first run.</a:t>
            </a:r>
          </a:p>
        </p:txBody>
      </p:sp>
    </p:spTree>
  </p:cSld>
  <p:clrMapOvr>
    <a:masterClrMapping/>
  </p:clrMapOvr>
</p:sld>
</file>

<file path=ppt/slides/slide6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What is Bytecode?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2. What is Bytecode?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Definition</a:t>
            </a:r>
          </a:p>
        </p:txBody>
      </p:sp>
    </p:spTree>
  </p:cSld>
  <p:clrMapOvr>
    <a:masterClrMapping/>
  </p:clrMapOvr>
</p:sld>
</file>

<file path=ppt/slides/slide6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681)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Bytecode is an intermediate form of Python code generated after compilation and executed by the Python Virtual Machine (PVM).</a:t>
            </a:r>
          </a:p>
        </p:txBody>
      </p:sp>
    </p:spTree>
  </p:cSld>
  <p:clrMapOvr>
    <a:masterClrMapping/>
  </p:clrMapOvr>
</p:sld>
</file>

<file path=ppt/slides/slide6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Source Code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  ↓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Bytecode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  ↓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Machine Execution</a:t>
            </a:r>
          </a:p>
        </p:txBody>
      </p:sp>
    </p:spTree>
  </p:cSld>
  <p:clrMapOvr>
    <a:masterClrMapping/>
  </p:clrMapOvr>
</p:sld>
</file>

<file path=ppt/slides/slide6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Why Does Python Use Bytecode?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3. Why Does Python Use Bytecode?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Faster Execution</a:t>
            </a:r>
          </a:p>
        </p:txBody>
      </p:sp>
    </p:spTree>
  </p:cSld>
  <p:clrMapOvr>
    <a:masterClrMapping/>
  </p:clrMapOvr>
</p:sld>
</file>

<file path=ppt/slides/slide6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doesn't need to recompile every time.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doesn't need to recompile every time.</a:t>
            </a:r>
          </a:p>
        </p:txBody>
      </p:sp>
    </p:spTree>
  </p:cSld>
  <p:clrMapOvr>
    <a:masterClrMapping/>
  </p:clrMapOvr>
</p:sld>
</file>

<file path=ppt/slides/slide6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Platform Independence</a:t>
            </a:r>
          </a:p>
        </p:txBody>
      </p:sp>
    </p:spTree>
  </p:cSld>
  <p:clrMapOvr>
    <a:masterClrMapping/>
  </p:clrMapOvr>
</p:sld>
</file>

<file path=ppt/slides/slide6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Same bytecode can run 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Same bytecode can run on:</a:t>
            </a:r>
          </a:p>
        </p:txBody>
      </p:sp>
    </p:spTree>
  </p:cSld>
  <p:clrMapOvr>
    <a:masterClrMapping/>
  </p:clrMapOvr>
</p:sld>
</file>

<file path=ppt/slides/slide6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Windows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Linux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macOS</a:t>
            </a:r>
          </a:p>
        </p:txBody>
      </p:sp>
    </p:spTree>
  </p:cSld>
  <p:clrMapOvr>
    <a:masterClrMapping/>
  </p:clrMapOvr>
</p:sld>
</file>

<file path=ppt/slides/slide6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(as long as Python interpreter exists)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(as long as Python interpreter exists)</a:t>
            </a:r>
          </a:p>
        </p:txBody>
      </p:sp>
    </p:spTree>
  </p:cSld>
  <p:clrMapOvr>
    <a:masterClrMapping/>
  </p:clrMapOvr>
</p:sld>
</file>

<file path=ppt/slides/slide6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Better Import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Better Import Performance</a:t>
            </a:r>
          </a:p>
        </p:txBody>
      </p:sp>
    </p:spTree>
  </p:cSld>
  <p:clrMapOvr>
    <a:masterClrMapping/>
  </p:clrMapOvr>
</p:sld>
</file>

<file path=ppt/slides/slide6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Imports become faster.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Imports become faster.</a:t>
            </a:r>
          </a:p>
        </p:txBody>
      </p:sp>
    </p:spTree>
  </p:cSld>
  <p:clrMapOvr>
    <a:masterClrMapping/>
  </p:clrMapOvr>
</p:sld>
</file>

<file path=ppt/slides/slide6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q24&gt;3. Why Does Python Use Bytecode?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q24&gt;3. Why Does Python Use Bytecode?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Faster Execution</a:t>
            </a:r>
          </a:p>
        </p:txBody>
      </p:sp>
    </p:spTree>
  </p:cSld>
  <p:clrMapOvr>
    <a:masterClrMapping/>
  </p:clrMapOvr>
</p:sld>
</file>

<file path=ppt/slides/slide6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doesn't need to recompile every time.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doesn't need to recompile every time.</a:t>
            </a:r>
          </a:p>
        </p:txBody>
      </p:sp>
    </p:spTree>
  </p:cSld>
  <p:clrMapOvr>
    <a:masterClrMapping/>
  </p:clrMapOvr>
</p:sld>
</file>

<file path=ppt/slides/slide6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Platform Independence</a:t>
            </a:r>
          </a:p>
        </p:txBody>
      </p:sp>
    </p:spTree>
  </p:cSld>
  <p:clrMapOvr>
    <a:masterClrMapping/>
  </p:clrMapOvr>
</p:sld>
</file>

<file path=ppt/slides/slide6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Same bytecode can run 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Same bytecode can run on:</a:t>
            </a:r>
          </a:p>
        </p:txBody>
      </p:sp>
    </p:spTree>
  </p:cSld>
  <p:clrMapOvr>
    <a:masterClrMapping/>
  </p:clrMapOvr>
</p:sld>
</file>

<file path=ppt/slides/slide6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Windows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Linux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macOS</a:t>
            </a:r>
          </a:p>
        </p:txBody>
      </p:sp>
    </p:spTree>
  </p:cSld>
  <p:clrMapOvr>
    <a:masterClrMapping/>
  </p:clrMapOvr>
</p:sld>
</file>

<file path=ppt/slides/slide6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(as long as Python interpreter exists)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(as long as Python interpreter exists)</a:t>
            </a:r>
          </a:p>
        </p:txBody>
      </p:sp>
    </p:spTree>
  </p:cSld>
  <p:clrMapOvr>
    <a:masterClrMapping/>
  </p:clrMapOvr>
</p:sld>
</file>

<file path=ppt/slides/slide6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Better Import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Better Import Performance</a:t>
            </a:r>
          </a:p>
        </p:txBody>
      </p:sp>
    </p:spTree>
  </p:cSld>
  <p:clrMapOvr>
    <a:masterClrMapping/>
  </p:clrMapOvr>
</p:sld>
</file>

<file path=ppt/slides/slide7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Imports become faster.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Imports become faster.</a:t>
            </a:r>
          </a:p>
        </p:txBody>
      </p:sp>
    </p:spTree>
  </p:cSld>
  <p:clrMapOvr>
    <a:masterClrMapping/>
  </p:clrMapOvr>
</p:sld>
</file>

<file path=ppt/slides/slide7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0. Does Python Always Use .pyc?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0. Does Python Always Use .pyc?</a:t>
            </a:r>
          </a:p>
        </p:txBody>
      </p:sp>
    </p:spTree>
  </p:cSld>
  <p:clrMapOvr>
    <a:masterClrMapping/>
  </p:clrMapOvr>
</p:sld>
</file>

<file path=ppt/slides/slide7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No.</a:t>
            </a:r>
          </a:p>
        </p:txBody>
      </p:sp>
    </p:spTree>
  </p:cSld>
  <p:clrMapOvr>
    <a:masterClrMapping/>
  </p:clrMapOvr>
</p:sld>
</file>

<file path=ppt/slides/slide7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checks: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checks:</a:t>
            </a:r>
          </a:p>
        </p:txBody>
      </p:sp>
    </p:spTree>
  </p:cSld>
  <p:clrMapOvr>
    <a:masterClrMapping/>
  </p:clrMapOvr>
</p:sld>
</file>

<file path=ppt/slides/slide7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 source code changed?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Has source code changed?</a:t>
            </a:r>
          </a:p>
        </p:txBody>
      </p:sp>
    </p:spTree>
  </p:cSld>
  <p:clrMapOvr>
    <a:masterClrMapping/>
  </p:clrMapOvr>
</p:sld>
</file>

<file path=ppt/slides/slide7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yes: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If yes:</a:t>
            </a:r>
          </a:p>
        </p:txBody>
      </p:sp>
    </p:spTree>
  </p:cSld>
  <p:clrMapOvr>
    <a:masterClrMapping/>
  </p:clrMapOvr>
</p:sld>
</file>

<file path=ppt/slides/slide7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Recompile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Recompile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Create new .pyc</a:t>
            </a:r>
          </a:p>
        </p:txBody>
      </p:sp>
    </p:spTree>
  </p:cSld>
  <p:clrMapOvr>
    <a:masterClrMapping/>
  </p:clrMapOvr>
</p:sld>
</file>

<file path=ppt/slides/slide7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no: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If no:</a:t>
            </a:r>
          </a:p>
        </p:txBody>
      </p:sp>
    </p:spTree>
  </p:cSld>
  <p:clrMapOvr>
    <a:masterClrMapping/>
  </p:clrMapOvr>
</p:sld>
</file>

<file path=ppt/slides/slide7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existing .pyc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Use existing .pyc</a:t>
            </a:r>
          </a:p>
        </p:txBody>
      </p:sp>
    </p:spTree>
  </p:cSld>
  <p:clrMapOvr>
    <a:masterClrMapping/>
  </p:clrMapOvr>
</p:sld>
</file>

<file path=ppt/slides/slide7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How to View Bytecode?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1. How to View Bytecode?</a:t>
            </a:r>
          </a:p>
        </p:txBody>
      </p:sp>
    </p:spTree>
  </p:cSld>
  <p:clrMapOvr>
    <a:masterClrMapping/>
  </p:clrMapOvr>
</p:sld>
</file>

<file path=ppt/slides/slide7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provides: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provides:</a:t>
            </a:r>
          </a:p>
        </p:txBody>
      </p:sp>
    </p:spTree>
  </p:cSld>
  <p:clrMapOvr>
    <a:masterClrMapping/>
  </p:clrMapOvr>
</p:sld>
</file>

<file path=ppt/slides/slide7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dis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dis</a:t>
            </a:r>
          </a:p>
        </p:txBody>
      </p:sp>
    </p:spTree>
  </p:cSld>
  <p:clrMapOvr>
    <a:masterClrMapping/>
  </p:clrMapOvr>
</p:sld>
</file>

<file path=ppt/slides/slide7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Example:</a:t>
            </a:r>
          </a:p>
        </p:txBody>
      </p:sp>
    </p:spTree>
  </p:cSld>
  <p:clrMapOvr>
    <a:masterClrMapping/>
  </p:clrMapOvr>
</p:sld>
</file>

<file path=ppt/slides/slide7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dis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dis</a:t>
            </a:r>
          </a:p>
        </p:txBody>
      </p:sp>
    </p:spTree>
  </p:cSld>
  <p:clrMapOvr>
    <a:masterClrMapping/>
  </p:clrMapOvr>
</p:sld>
</file>

<file path=ppt/slides/slide7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 add(a,b):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def add(a,b):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return a+b</a:t>
            </a:r>
          </a:p>
        </p:txBody>
      </p:sp>
    </p:spTree>
  </p:cSld>
  <p:clrMapOvr>
    <a:masterClrMapping/>
  </p:clrMapOvr>
</p:sld>
</file>

<file path=ppt/slides/slide7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dis.dis(add)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dis.dis(add)</a:t>
            </a:r>
          </a:p>
        </p:txBody>
      </p:sp>
    </p:spTree>
  </p:cSld>
  <p:clrMapOvr>
    <a:masterClrMapping/>
  </p:clrMapOvr>
</p:sld>
</file>

<file path=ppt/slides/slide7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Output:</a:t>
            </a:r>
          </a:p>
        </p:txBody>
      </p:sp>
    </p:spTree>
  </p:cSld>
  <p:clrMapOvr>
    <a:masterClrMapping/>
  </p:clrMapOvr>
</p:sld>
</file>

<file path=ppt/slides/slide7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LOAD_FAST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LOAD_FAST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LOAD_FAST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BINARY_OP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RETURN_VALUE</a:t>
            </a:r>
          </a:p>
        </p:txBody>
      </p:sp>
    </p:spTree>
  </p:cSld>
  <p:clrMapOvr>
    <a:masterClrMapping/>
  </p:clrMapOvr>
</p:sld>
</file>

<file path=ppt/slides/slide7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These are bytecode instructions.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These are bytecode instructions.</a:t>
            </a:r>
          </a:p>
        </p:txBody>
      </p:sp>
    </p:spTree>
  </p:cSld>
  <p:clrMapOvr>
    <a:masterClrMapping/>
  </p:clrMapOvr>
</p:sld>
</file>

<file path=ppt/slides/slide7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Bytecode vs Source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12. Bytecode vs Source Code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Source Code	Bytecode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Human Readable	Machine Friendly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Written by Developer	Generated by Python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.py File	.pyc File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Easy to Edit	Not Easy to Edit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13. Interview Cases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Case 1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Question</a:t>
            </a:r>
          </a:p>
        </p:txBody>
      </p:sp>
    </p:spTree>
  </p:cSld>
  <p:clrMapOvr>
    <a:masterClrMapping/>
  </p:clrMapOvr>
</p:sld>
</file>

<file path=ppt/slides/slide7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does Python create __pycache__?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Why does Python create __pycache__?</a:t>
            </a:r>
          </a:p>
        </p:txBody>
      </p:sp>
    </p:spTree>
  </p:cSld>
  <p:clrMapOvr>
    <a:masterClrMapping/>
  </p:clrMapOvr>
</p:sld>
</file>

<file path=ppt/slides/slide7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</a:t>
            </a:r>
          </a:p>
        </p:txBody>
      </p:sp>
    </p:spTree>
  </p:cSld>
  <p:clrMapOvr>
    <a:masterClrMapping/>
  </p:clrMapOvr>
</p:sld>
</file>

<file path=ppt/slides/slide7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720)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To store compiled bytecode files and improve execution speed.</a:t>
            </a:r>
          </a:p>
        </p:txBody>
      </p:sp>
    </p:spTree>
  </p:cSld>
  <p:clrMapOvr>
    <a:masterClrMapping/>
  </p:clrMapOvr>
</p:sld>
</file>

<file path=ppt/slides/slide7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Case 2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Question</a:t>
            </a:r>
          </a:p>
        </p:txBody>
      </p:sp>
    </p:spTree>
  </p:cSld>
  <p:clrMapOvr>
    <a:masterClrMapping/>
  </p:clrMapOvr>
</p:sld>
</file>

<file path=ppt/slides/slide7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stored in __pycache__?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What is stored in __pycache__?</a:t>
            </a:r>
          </a:p>
        </p:txBody>
      </p:sp>
    </p:spTree>
  </p:cSld>
  <p:clrMapOvr>
    <a:masterClrMapping/>
  </p:clrMapOvr>
</p:sld>
</file>

<file path=ppt/slides/slide7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</a:t>
            </a:r>
          </a:p>
        </p:txBody>
      </p:sp>
    </p:spTree>
  </p:cSld>
  <p:clrMapOvr>
    <a:masterClrMapping/>
  </p:clrMapOvr>
</p:sld>
</file>

<file path=ppt/slides/slide7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Compiled .pyc bytecode files.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Compiled .pyc bytecode files.</a:t>
            </a:r>
          </a:p>
        </p:txBody>
      </p:sp>
    </p:spTree>
  </p:cSld>
  <p:clrMapOvr>
    <a:masterClrMapping/>
  </p:clrMapOvr>
</p:sld>
</file>

<file path=ppt/slides/slide7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Case 3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Question</a:t>
            </a:r>
          </a:p>
        </p:txBody>
      </p:sp>
    </p:spTree>
  </p:cSld>
  <p:clrMapOvr>
    <a:masterClrMapping/>
  </p:clrMapOvr>
</p:sld>
</file>

<file path=ppt/slides/slide7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 we delete __pycache__?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Can we delete __pycache__?</a:t>
            </a:r>
          </a:p>
        </p:txBody>
      </p:sp>
    </p:spTree>
  </p:cSld>
  <p:clrMapOvr>
    <a:masterClrMapping/>
  </p:clrMapOvr>
</p:sld>
</file>

<file path=ppt/slides/slide7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</a:t>
            </a:r>
          </a:p>
        </p:txBody>
      </p:sp>
    </p:spTree>
  </p:cSld>
  <p:clrMapOvr>
    <a:masterClrMapping/>
  </p:clrMapOvr>
</p:sld>
</file>

<file path=ppt/slides/slide7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Yes.</a:t>
            </a:r>
          </a:p>
        </p:txBody>
      </p:sp>
    </p:spTree>
  </p:cSld>
  <p:clrMapOvr>
    <a:masterClrMapping/>
  </p:clrMapOvr>
</p:sld>
</file>

<file path=ppt/slides/slide7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automatically recreates it.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automatically recreates it.</a:t>
            </a:r>
          </a:p>
        </p:txBody>
      </p:sp>
    </p:spTree>
  </p:cSld>
  <p:clrMapOvr>
    <a:masterClrMapping/>
  </p:clrMapOvr>
</p:sld>
</file>

<file path=ppt/slides/slide7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Case 4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Question</a:t>
            </a:r>
          </a:p>
        </p:txBody>
      </p:sp>
    </p:spTree>
  </p:cSld>
  <p:clrMapOvr>
    <a:masterClrMapping/>
  </p:clrMapOvr>
</p:sld>
</file>

<file path=ppt/slides/slide7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happens if .pyc is deleted?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What happens if .pyc is deleted?</a:t>
            </a:r>
          </a:p>
        </p:txBody>
      </p:sp>
    </p:spTree>
  </p:cSld>
  <p:clrMapOvr>
    <a:masterClrMapping/>
  </p:clrMapOvr>
</p:sld>
</file>

<file path=ppt/slides/slide7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</a:t>
            </a:r>
          </a:p>
        </p:txBody>
      </p:sp>
    </p:spTree>
  </p:cSld>
  <p:clrMapOvr>
    <a:masterClrMapping/>
  </p:clrMapOvr>
</p:sld>
</file>

<file path=ppt/slides/slide7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recompiles source code and creates a new .pyc.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recompiles source code and creates a new .pyc.</a:t>
            </a:r>
          </a:p>
        </p:txBody>
      </p:sp>
    </p:spTree>
  </p:cSld>
  <p:clrMapOvr>
    <a:masterClrMapping/>
  </p:clrMapOvr>
</p:sld>
</file>

<file path=ppt/slides/slide7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Case 5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Question</a:t>
            </a:r>
          </a:p>
        </p:txBody>
      </p:sp>
    </p:spTree>
  </p:cSld>
  <p:clrMapOvr>
    <a:masterClrMapping/>
  </p:clrMapOvr>
</p:sld>
</file>

<file path=ppt/slides/slide7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difference between .py and .pyc?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What is the difference between .py and .pyc?</a:t>
            </a:r>
          </a:p>
        </p:txBody>
      </p:sp>
    </p:spTree>
  </p:cSld>
  <p:clrMapOvr>
    <a:masterClrMapping/>
  </p:clrMapOvr>
</p:sld>
</file>

<file path=ppt/slides/slide7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.py  → Source Code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.pyc → Compiled Bytecode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Case 6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Question</a:t>
            </a:r>
          </a:p>
        </p:txBody>
      </p:sp>
    </p:spTree>
  </p:cSld>
  <p:clrMapOvr>
    <a:masterClrMapping/>
  </p:clrMapOvr>
</p:sld>
</file>

<file path=ppt/slides/slide7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executes bytecode?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Who executes bytecode?</a:t>
            </a:r>
          </a:p>
        </p:txBody>
      </p:sp>
    </p:spTree>
  </p:cSld>
  <p:clrMapOvr>
    <a:masterClrMapping/>
  </p:clrMapOvr>
</p:sld>
</file>

<file path=ppt/slides/slide7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</a:t>
            </a:r>
          </a:p>
        </p:txBody>
      </p:sp>
    </p:spTree>
  </p:cSld>
  <p:clrMapOvr>
    <a:masterClrMapping/>
  </p:clrMapOvr>
</p:sld>
</file>

<file path=ppt/slides/slide7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Python Virtual Machine (PVM).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The Python Virtual Machine (PVM).</a:t>
            </a:r>
          </a:p>
        </p:txBody>
      </p:sp>
    </p:spTree>
  </p:cSld>
  <p:clrMapOvr>
    <a:masterClrMapping/>
  </p:clrMapOvr>
</p:sld>
</file>

<file path=ppt/slides/slide7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Case 7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Question</a:t>
            </a:r>
          </a:p>
        </p:txBody>
      </p:sp>
    </p:spTree>
  </p:cSld>
  <p:clrMapOvr>
    <a:masterClrMapping/>
  </p:clrMapOvr>
</p:sld>
</file>

<file path=ppt/slides/slide7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Does Python compile 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Does Python compile code?</a:t>
            </a:r>
          </a:p>
        </p:txBody>
      </p:sp>
    </p:spTree>
  </p:cSld>
  <p:clrMapOvr>
    <a:masterClrMapping/>
  </p:clrMapOvr>
</p:sld>
</file>

<file path=ppt/slides/slide7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</a:t>
            </a:r>
          </a:p>
        </p:txBody>
      </p:sp>
    </p:spTree>
  </p:cSld>
  <p:clrMapOvr>
    <a:masterClrMapping/>
  </p:clrMapOvr>
</p:sld>
</file>

<file path=ppt/slides/slide7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Yes.</a:t>
            </a:r>
          </a:p>
        </p:txBody>
      </p:sp>
    </p:spTree>
  </p:cSld>
  <p:clrMapOvr>
    <a:masterClrMapping/>
  </p:clrMapOvr>
</p:sld>
</file>

<file path=ppt/slides/slide7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744)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first compiles source code into bytecode and then executes it using the PVM.</a:t>
            </a:r>
          </a:p>
        </p:txBody>
      </p:sp>
    </p:spTree>
  </p:cSld>
  <p:clrMapOvr>
    <a:masterClrMapping/>
  </p:clrMapOvr>
</p:sld>
</file>

<file path=ppt/slides/slide7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Internal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Complete Internal Flow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app.py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▼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Compiler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▼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Bytecode (.pyc)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▼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Stored in __pycache__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▼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Virtual Machine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│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▼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Execution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│</a:t>
            </a:r>
          </a:p>
        </p:txBody>
      </p:sp>
    </p:spTree>
  </p:cSld>
  <p:clrMapOvr>
    <a:masterClrMapping/>
  </p:clrMapOvr>
</p:sld>
</file>

<file path=ppt/slides/slide7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  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▼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Output</a:t>
            </a:r>
          </a:p>
        </p:txBody>
      </p:sp>
    </p:spTree>
  </p:cSld>
  <p:clrMapOvr>
    <a:masterClrMapping/>
  </p:clrMapOvr>
</p:sld>
</file>

<file path=ppt/slides/slide7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Module System – Final Conclusion (Q&amp;A Format)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Module System – Final Conclusion (Q&amp;A Format)</a:t>
            </a:r>
          </a:p>
        </p:txBody>
      </p:sp>
    </p:spTree>
  </p:cSld>
  <p:clrMapOvr>
    <a:masterClrMapping/>
  </p:clrMapOvr>
</p:sld>
</file>

<file path=ppt/slides/slide7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this as your last slide or summary slide.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Use this as your last slide or summary slide.</a:t>
            </a:r>
          </a:p>
        </p:txBody>
      </p:sp>
    </p:spTree>
  </p:cSld>
  <p:clrMapOvr>
    <a:masterClrMapping/>
  </p:clrMapOvr>
</p:sld>
</file>

<file path=ppt/slides/slide7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What is a Module?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1. What is a Module?</a:t>
            </a:r>
          </a:p>
        </p:txBody>
      </p:sp>
    </p:spTree>
  </p:cSld>
  <p:clrMapOvr>
    <a:masterClrMapping/>
  </p:clrMapOvr>
</p:sld>
</file>

<file path=ppt/slides/slide7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 module is a Python file (.py) containing reusable code such as functions, classes, and variables.</a:t>
            </a:r>
          </a:p>
        </p:txBody>
      </p:sp>
    </p:spTree>
  </p:cSld>
  <p:clrMapOvr>
    <a:masterClrMapping/>
  </p:clrMapOvr>
</p:sld>
</file>

<file path=ppt/slides/slide7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Why Do We Use Modules?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2. Why Do We Use Modules?</a:t>
            </a:r>
          </a:p>
        </p:txBody>
      </p:sp>
    </p:spTree>
  </p:cSld>
  <p:clrMapOvr>
    <a:masterClrMapping/>
  </p:clrMapOvr>
</p:sld>
</file>

<file path=ppt/slides/slide7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To organize code, improve reusability, reduce duplication, and make applications easier to maintain.</a:t>
            </a:r>
          </a:p>
        </p:txBody>
      </p:sp>
    </p:spTree>
  </p:cSld>
  <p:clrMapOvr>
    <a:masterClrMapping/>
  </p:clrMapOvr>
</p:sld>
</file>

<file path=ppt/slides/slide7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What are the Types of Modules?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3. What are the Types of Modules?</a:t>
            </a:r>
          </a:p>
        </p:txBody>
      </p:sp>
    </p:spTree>
  </p:cSld>
  <p:clrMapOvr>
    <a:masterClrMapping/>
  </p:clrMapOvr>
</p:sld>
</file>

<file path=ppt/slides/slide7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</p:txBody>
      </p:sp>
    </p:spTree>
  </p:cSld>
  <p:clrMapOvr>
    <a:masterClrMapping/>
  </p:clrMapOvr>
</p:sld>
</file>

<file path=ppt/slides/slide7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Built-in Modules (math, os, sys)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Built-in Modules (math, os, sys)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User-Defined Modules (calculator.py)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Third-Party Modules (numpy, pandas)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4. What is a Package?</a:t>
            </a:r>
          </a:p>
        </p:txBody>
      </p:sp>
    </p:spTree>
  </p:cSld>
  <p:clrMapOvr>
    <a:masterClrMapping/>
  </p:clrMapOvr>
</p:sld>
</file>

<file path=ppt/slides/slide7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 package is a directory containing multiple related modules.</a:t>
            </a:r>
          </a:p>
        </p:txBody>
      </p:sp>
    </p:spTree>
  </p:cSld>
  <p:clrMapOvr>
    <a:masterClrMapping/>
  </p:clrMapOvr>
</p:sld>
</file>

<file path=ppt/slides/slide7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Example:</a:t>
            </a:r>
          </a:p>
        </p:txBody>
      </p:sp>
    </p:spTree>
  </p:cSld>
  <p:clrMapOvr>
    <a:masterClrMapping/>
  </p:clrMapOvr>
</p:sld>
</file>

<file path=ppt/slides/slide7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ecommerce/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ecommerce/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├── __init__.py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├── user.py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├── payment.py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5. What is __init__.py?</a:t>
            </a:r>
          </a:p>
        </p:txBody>
      </p:sp>
    </p:spTree>
  </p:cSld>
  <p:clrMapOvr>
    <a:masterClrMapping/>
  </p:clrMapOvr>
</p:sld>
</file>

<file path=ppt/slides/slide7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 special file that runs when a package is imported and is used to initialize the package and manage imports.</a:t>
            </a:r>
          </a:p>
        </p:txBody>
      </p:sp>
    </p:spTree>
  </p:cSld>
  <p:clrMapOvr>
    <a:masterClrMapping/>
  </p:clrMapOvr>
</p:sld>
</file>

<file path=ppt/slides/slide7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What Happens Internally When We Write import module?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6. What Happens Internally When We Write import module?</a:t>
            </a:r>
          </a:p>
        </p:txBody>
      </p:sp>
    </p:spTree>
  </p:cSld>
  <p:clrMapOvr>
    <a:masterClrMapping/>
  </p:clrMapOvr>
</p:sld>
</file>

<file path=ppt/slides/slide7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</p:txBody>
      </p:sp>
    </p:spTree>
  </p:cSld>
  <p:clrMapOvr>
    <a:masterClrMapping/>
  </p:clrMapOvr>
</p:sld>
</file>

<file path=ppt/slides/slide7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sys.modules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Check sys.modules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Search module in sys.path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Create module object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Compile to bytecode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Execute module code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Store in cache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Bind module name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7. What is sys.path?</a:t>
            </a:r>
          </a:p>
        </p:txBody>
      </p:sp>
    </p:spTree>
  </p:cSld>
  <p:clrMapOvr>
    <a:masterClrMapping/>
  </p:clrMapOvr>
</p:sld>
</file>

<file path=ppt/slides/slide7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 list of directories where Python searches for modules.</a:t>
            </a:r>
          </a:p>
        </p:txBody>
      </p:sp>
    </p:spTree>
  </p:cSld>
  <p:clrMapOvr>
    <a:masterClrMapping/>
  </p:clrMapOvr>
</p:sld>
</file>

<file path=ppt/slides/slide7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What is sys.modules?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8. What is sys.modules?</a:t>
            </a:r>
          </a:p>
        </p:txBody>
      </p:sp>
    </p:spTree>
  </p:cSld>
  <p:clrMapOvr>
    <a:masterClrMapping/>
  </p:clrMapOvr>
</p:sld>
</file>

<file path=ppt/slides/slide7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 cache that stores all loaded modules so they are imported only once.</a:t>
            </a:r>
          </a:p>
        </p:txBody>
      </p:sp>
    </p:spTree>
  </p:cSld>
  <p:clrMapOvr>
    <a:masterClrMapping/>
  </p:clrMapOvr>
</p:sld>
</file>

<file path=ppt/slides/slide7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Why is a Module Imported Only Once?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9. Why is a Module Imported Only Once?</a:t>
            </a:r>
          </a:p>
        </p:txBody>
      </p:sp>
    </p:spTree>
  </p:cSld>
  <p:clrMapOvr>
    <a:masterClrMapping/>
  </p:clrMapOvr>
</p:sld>
</file>

<file path=ppt/slides/slide7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Because Python stores loaded modules in sys.modules and reuses them.</a:t>
            </a:r>
          </a:p>
        </p:txBody>
      </p:sp>
    </p:spTree>
  </p:cSld>
  <p:clrMapOvr>
    <a:masterClrMapping/>
  </p:clrMapOvr>
</p:sld>
</file>

<file path=ppt/slides/slide7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What is __name__?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10. What is __name__?</a:t>
            </a:r>
          </a:p>
        </p:txBody>
      </p:sp>
    </p:spTree>
  </p:cSld>
  <p:clrMapOvr>
    <a:masterClrMapping/>
  </p:clrMapOvr>
</p:sld>
</file>

<file path=ppt/slides/slide7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 special variable that stores the name of the current module.</a:t>
            </a:r>
          </a:p>
        </p:txBody>
      </p:sp>
    </p:spTree>
  </p:cSld>
  <p:clrMapOvr>
    <a:masterClrMapping/>
  </p:clrMapOvr>
</p:sld>
</file>

<file path=ppt/slides/slide7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When Does __name__ Become "__main__"?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11. When Does __name__ Become "__main__"?</a:t>
            </a:r>
          </a:p>
        </p:txBody>
      </p:sp>
    </p:spTree>
  </p:cSld>
  <p:clrMapOvr>
    <a:masterClrMapping/>
  </p:clrMapOvr>
</p:sld>
</file>

<file path=ppt/slides/slide7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When the file is executed directly.</a:t>
            </a:r>
          </a:p>
        </p:txBody>
      </p:sp>
    </p:spTree>
  </p:cSld>
  <p:clrMapOvr>
    <a:masterClrMapping/>
  </p:clrMapOvr>
</p:sld>
</file>

<file path=ppt/slides/slide7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__name__ == "__main__":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if __name__ == "__main__":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12. Why Do We Use if __name__ == "__main__"?</a:t>
            </a:r>
          </a:p>
        </p:txBody>
      </p:sp>
    </p:spTree>
  </p:cSld>
  <p:clrMapOvr>
    <a:masterClrMapping/>
  </p:clrMapOvr>
</p:sld>
</file>

<file path=ppt/slides/slide7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To ensure certain code runs only when the file is executed directly and not when imported.</a:t>
            </a:r>
          </a:p>
        </p:txBody>
      </p:sp>
    </p:spTree>
  </p:cSld>
  <p:clrMapOvr>
    <a:masterClrMapping/>
  </p:clrMapOvr>
</p:sld>
</file>

<file path=ppt/slides/slide7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What is Bytecode?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13. What is Bytecode?</a:t>
            </a:r>
          </a:p>
        </p:txBody>
      </p:sp>
    </p:spTree>
  </p:cSld>
  <p:clrMapOvr>
    <a:masterClrMapping/>
  </p:clrMapOvr>
</p:sld>
</file>

<file path=ppt/slides/slide7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 intermediate compiled form of Python code executed by the Python Virtual Machine (PVM).</a:t>
            </a:r>
          </a:p>
        </p:txBody>
      </p:sp>
    </p:spTree>
  </p:cSld>
  <p:clrMapOvr>
    <a:masterClrMapping/>
  </p:clrMapOvr>
</p:sld>
</file>

<file path=ppt/slides/slide7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What is __pycache__?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14. What is __pycache__?</a:t>
            </a:r>
          </a:p>
        </p:txBody>
      </p:sp>
    </p:spTree>
  </p:cSld>
  <p:clrMapOvr>
    <a:masterClrMapping/>
  </p:clrMapOvr>
</p:sld>
</file>

<file path=ppt/slides/slide7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 directory where Python stores compiled bytecode (.pyc) files.</a:t>
            </a:r>
          </a:p>
        </p:txBody>
      </p:sp>
    </p:spTree>
  </p:cSld>
  <p:clrMapOvr>
    <a:masterClrMapping/>
  </p:clrMapOvr>
</p:sld>
</file>

<file path=ppt/slides/slide7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What is a .pyc File?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15. What is a .pyc File?</a:t>
            </a:r>
          </a:p>
        </p:txBody>
      </p:sp>
    </p:spTree>
  </p:cSld>
  <p:clrMapOvr>
    <a:masterClrMapping/>
  </p:clrMapOvr>
</p:sld>
</file>

<file path=ppt/slides/slide7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 compiled bytecode file that helps Python load modules faster.</a:t>
            </a:r>
          </a:p>
        </p:txBody>
      </p:sp>
    </p:spTree>
  </p:cSld>
  <p:clrMapOvr>
    <a:masterClrMapping/>
  </p:clrMapOvr>
</p:sld>
</file>

<file path=ppt/slides/slide7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Can We Delete __pycache__?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16. Can We Delete __pycache__?</a:t>
            </a:r>
          </a:p>
        </p:txBody>
      </p:sp>
    </p:spTree>
  </p:cSld>
  <p:clrMapOvr>
    <a:masterClrMapping/>
  </p:clrMapOvr>
</p:sld>
</file>

<file path=ppt/slides/slide7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Yes. Python automatically recreates it when needed.</a:t>
            </a:r>
          </a:p>
        </p:txBody>
      </p:sp>
    </p:spTree>
  </p:cSld>
  <p:clrMapOvr>
    <a:masterClrMapping/>
  </p:clrMapOvr>
</p:sld>
</file>

<file path=ppt/slides/slide7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What is Module Shadowing?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17. What is Module Shadowing?</a:t>
            </a:r>
          </a:p>
        </p:txBody>
      </p:sp>
    </p:spTree>
  </p:cSld>
  <p:clrMapOvr>
    <a:masterClrMapping/>
  </p:clrMapOvr>
</p:sld>
</file>

<file path=ppt/slides/slide7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When a local file has the same name as a standard library module.</a:t>
            </a:r>
          </a:p>
        </p:txBody>
      </p:sp>
    </p:spTree>
  </p:cSld>
  <p:clrMapOvr>
    <a:masterClrMapping/>
  </p:clrMapOvr>
</p:sld>
</file>

<file path=ppt/slides/slide7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Example:</a:t>
            </a:r>
          </a:p>
        </p:txBody>
      </p:sp>
    </p:spTree>
  </p:cSld>
  <p:clrMapOvr>
    <a:masterClrMapping/>
  </p:clrMapOvr>
</p:sld>
</file>

<file path=ppt/slides/slide7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math.py</a:t>
            </a:r>
          </a:p>
        </p:txBody>
      </p:sp>
    </p:spTree>
  </p:cSld>
  <p:clrMapOvr>
    <a:masterClrMapping/>
  </p:clrMapOvr>
</p:sld>
</file>

<file path=ppt/slides/slide7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 shadow Python's built-in math module.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can shadow Python's built-in math module.</a:t>
            </a:r>
          </a:p>
        </p:txBody>
      </p:sp>
    </p:spTree>
  </p:cSld>
  <p:clrMapOvr>
    <a:masterClrMapping/>
  </p:clrMapOvr>
</p:sld>
</file>

<file path=ppt/slides/slide7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What is a Circular Import?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18. What is a Circular Import?</a:t>
            </a:r>
          </a:p>
        </p:txBody>
      </p:sp>
    </p:spTree>
  </p:cSld>
  <p:clrMapOvr>
    <a:masterClrMapping/>
  </p:clrMapOvr>
</p:sld>
</file>

<file path=ppt/slides/slide7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When two modules import each other, causing dependency issues.</a:t>
            </a:r>
          </a:p>
        </p:txBody>
      </p:sp>
    </p:spTree>
  </p:cSld>
  <p:clrMapOvr>
    <a:masterClrMapping/>
  </p:clrMapOvr>
</p:sld>
</file>

<file path=ppt/slides/slide7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→ 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 → B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↑   ↓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└───┘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19. What are the Best Practices for Modules?</a:t>
            </a:r>
          </a:p>
        </p:txBody>
      </p:sp>
    </p:spTree>
  </p:cSld>
  <p:clrMapOvr>
    <a:masterClrMapping/>
  </p:clrMapOvr>
</p:sld>
</file>

<file path=ppt/slides/slide7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</p:txBody>
      </p:sp>
    </p:spTree>
  </p:cSld>
  <p:clrMapOvr>
    <a:masterClrMapping/>
  </p:clrMapOvr>
</p:sld>
</file>

<file path=ppt/slides/slide7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 modules small and focused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Keep modules small and focused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Use meaningful names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Avoid from module import *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Organize code using packages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Use if __name__ == "__main__" for testing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20. Final Interview Question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What is the Python Module System?</a:t>
            </a:r>
          </a:p>
        </p:txBody>
      </p:sp>
    </p:spTree>
  </p:cSld>
  <p:clrMapOvr>
    <a:masterClrMapping/>
  </p:clrMapOvr>
</p:sld>
</file>

<file path=ppt/slides/slide7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Answer:</a:t>
            </a:r>
          </a:p>
        </p:txBody>
      </p:sp>
    </p:spTree>
  </p:cSld>
  <p:clrMapOvr>
    <a:masterClrMapping/>
  </p:clrMapOvr>
</p:sld>
</file>

<file path=ppt/slides/slide7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793)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The Python Module System is the mechanism that organizes code into modules and packages, manages imports, caches loaded
modules, controls execution using __name__ and __main__, and improves performance through bytecode and __pycache__.</a:t>
            </a:r>
          </a:p>
        </p:txBody>
      </p:sp>
    </p:spTree>
  </p:cSld>
  <p:clrMapOvr>
    <a:masterClrMapping/>
  </p:clrMapOvr>
</p:sld>
</file>

<file path=ppt/slides/slide7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Final Takeaway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Module (.py)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  ↓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Package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  ↓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Import System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  ↓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sys.path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  ↓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sys.modules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  ↓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__name__ &amp; __main__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  ↓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Bytecode (.pyc)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  ↓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__pycache__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  ↓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 Virtual Machine</a:t>
            </a:r>
          </a:p>
        </p:txBody>
      </p:sp>
    </p:spTree>
  </p:cSld>
  <p:clrMapOvr>
    <a:masterClrMapping/>
  </p:clrMapOvr>
</p:sld>
</file>

<file path=ppt/slides/slide7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     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      ↓</a:t>
            </a:r>
          </a:p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Execution</a:t>
            </a:r>
          </a:p>
        </p:txBody>
      </p:sp>
    </p:spTree>
  </p:cSld>
  <p:clrMapOvr>
    <a:masterClrMapping/>
  </p:clrMapOvr>
</p:sld>
</file>

<file path=ppt/slides/slide7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One-Line Conclusion: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🎯 One-Line Conclusion:</a:t>
            </a:r>
          </a:p>
        </p:txBody>
      </p:sp>
    </p:spTree>
  </p:cSld>
  <p:clrMapOvr>
    <a:masterClrMapping/>
  </p:clrMapOvr>
</p:sld>
</file>

<file path=ppt/slides/slide7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Content (Part 797)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solidFill>
                  <a:srgbClr val="E6E6E6"/>
                </a:solidFill>
                <a:latin typeface="Consolas"/>
              </a:rPr>
              <a:t>Python's Module System helps organize, import, execute, reuse, and optimize code efficiently using modules, packages,
caching, and bytecode compilation.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