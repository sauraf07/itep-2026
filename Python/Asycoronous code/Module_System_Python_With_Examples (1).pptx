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Module System in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Module?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.py file containing reusable code.</a:t>
            </a:r>
          </a:p>
          <a:p>
            <a:r>
              <a:t>Example:</a:t>
            </a:r>
          </a:p>
          <a:p>
            <a:r>
              <a:t># calculator.py</a:t>
            </a:r>
          </a:p>
          <a:p>
            <a:r>
              <a:t>def add(a,b): return a+b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Modules?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Single-file applications become difficult to maintain and reuse.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Organization, Reusability, Faster Development, Easier Debugging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Variables: pi=3.14</a:t>
            </a:r>
          </a:p>
          <a:p>
            <a:r>
              <a:t>Functions: greet()</a:t>
            </a:r>
          </a:p>
          <a:p>
            <a:r>
              <a:t>Classes: Student</a:t>
            </a:r>
          </a:p>
          <a:p>
            <a:r>
              <a:t>Statements: print('Loaded')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a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calculator.py + main.py</a:t>
            </a:r>
          </a:p>
          <a:p>
            <a:r>
              <a:t>import calculator</a:t>
            </a:r>
          </a:p>
          <a:p>
            <a:r>
              <a:t>calculator.add(10,20)</a:t>
            </a:r>
          </a:p>
          <a:p>
            <a:r>
              <a:t>Output: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Built-in: math, os</a:t>
            </a:r>
          </a:p>
          <a:p>
            <a:r>
              <a:t>User-defined: mymodule.py</a:t>
            </a:r>
          </a:p>
          <a:p>
            <a:r>
              <a:t>Third-party: numpy, pandas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Built-in Module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math</a:t>
            </a:r>
          </a:p>
          <a:p>
            <a:r>
              <a:t>print(math.sqrt(25))</a:t>
            </a:r>
          </a:p>
          <a:p>
            <a:r>
              <a:t>Output: 5.0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User-defined Module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 hello():</a:t>
            </a:r>
          </a:p>
          <a:p>
            <a:r>
              <a:t> print('Hello World')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math</a:t>
            </a:r>
          </a:p>
          <a:p>
            <a:r>
              <a:t>from math import sqrt</a:t>
            </a:r>
          </a:p>
          <a:p>
            <a:r>
              <a:t>import math as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Specific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math import sqrt, factorial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math import *</a:t>
            </a:r>
          </a:p>
          <a:p>
            <a:r>
              <a:t>Disadvantage: Namespace Pollution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with Alias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math import factorial as fact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Import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sys.modules → sys.path → Module Object → Bytecode → Execute → Cache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sys.modules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sys</a:t>
            </a:r>
          </a:p>
          <a:p>
            <a:r>
              <a:t>print('math' in sys.modules)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sys.path Search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Directory → PYTHONPATH → Standard Library → Site-packages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Object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module = ModuleType('calculator')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Compilation &amp; Bytecode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calculator.py → __pycache__/calculator.cpython-313.pyc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print('Loading Calculator') executes once during import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Case: Multiple Imports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math three times → loaded only once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Case: Circular Import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file1 imports file2, file2 imports file1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Case: Module Shadowing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math.py overrides built-in math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ecommerce/</a:t>
            </a:r>
          </a:p>
          <a:p>
            <a:r>
              <a:t>__init__.py</a:t>
            </a:r>
          </a:p>
          <a:p>
            <a:r>
              <a:t>user.py</a:t>
            </a:r>
          </a:p>
          <a:p>
            <a:r>
              <a:t>payment.py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__init__.py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Runs when package is imported.</a:t>
            </a:r>
          </a:p>
          <a:p>
            <a:r>
              <a:t>Example: print('Package Loaded')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__name__ and __main__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 directly → __main__</a:t>
            </a:r>
          </a:p>
          <a:p>
            <a:r>
              <a:t>Imported → module name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__name__ == '__main__'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testing/demo code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Bytecode &amp; __pycache__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.pyc files for faster imports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Bytecode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dis</a:t>
            </a:r>
          </a:p>
          <a:p>
            <a:r>
              <a:t> dis.dis(add)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sys.path, sys.modules, __init__.py, __name__, bytecode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import *</a:t>
            </a:r>
          </a:p>
          <a:p>
            <a:r>
              <a:t>Use packages</a:t>
            </a:r>
          </a:p>
          <a:p>
            <a:r>
              <a:t>Meaningful names</a:t>
            </a:r>
          </a:p>
          <a:p>
            <a:r>
              <a:t>Small modules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